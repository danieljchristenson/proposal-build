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9A060-2BC8-6C3D-9E16-7F66EF932A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B8242-EE1C-F191-FF09-7BD71D6978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39B6D-45F2-ECEA-FBC7-186FC4FF3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7999A-9145-4942-B579-C15DA3DE0F8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62DE9-6681-E1AE-B5A3-5AF6BEA78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91F33-7A53-03AC-B422-A3B607A1C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A9186-F453-4CF4-BD5B-5A2F5BD7B4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678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1A4C9-FA93-6519-CF59-776A4AFF1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A2AB3-A5C2-7776-B12C-B2374F909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8C828-E659-3F92-6214-241860C5C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7999A-9145-4942-B579-C15DA3DE0F8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BB088-3684-0F71-465A-FA7CBE8DA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DBFE9-2B3B-A7C7-D7F6-14961005E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A9186-F453-4CF4-BD5B-5A2F5BD7B4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643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0A1C5-DC77-080F-095F-8839FEC27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1B85F-6DC7-72E3-0507-3677A5781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B17C3-45EF-6F46-F5FC-7FE5EBC1B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7999A-9145-4942-B579-C15DA3DE0F8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02163-C122-8701-26F4-D3594E050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906B1-9601-502A-A745-9583B47F3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A9186-F453-4CF4-BD5B-5A2F5BD7B4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470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B7D3A-13C9-AEA5-5D8B-2B781323B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0EF01-1A73-C9F7-9CB9-B9D716547B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C882F3-FB68-1E92-8ED5-EB84096A0F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715123-CC91-C46E-4A6F-33137E97A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7999A-9145-4942-B579-C15DA3DE0F8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E21224-C918-1976-9CFA-0673572B4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DF6A7D-4DAE-3288-1D7B-3154EC780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A9186-F453-4CF4-BD5B-5A2F5BD7B4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32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435AF-CAB2-212F-7B94-BA8EFAF9E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2AB38D-475C-8F33-5AB1-F56224F33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B97C71-68E8-B5FE-0ECE-5B6ADAC8EB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32315E-A273-4DB9-9D52-B5882D8044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E7B924-E2B1-2D1C-4EF4-91F57FD714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41F9EA-6933-8715-138F-26D0AB9AB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7999A-9145-4942-B579-C15DA3DE0F8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6E3A9F-88F2-2A99-0B3B-EA0E20450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FAFBA8-A95A-0E49-57E5-20E574855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A9186-F453-4CF4-BD5B-5A2F5BD7B4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880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9C492-06EE-B93E-BC37-FCADC7140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D58465-25AA-6A15-FAB9-4B11B8181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7999A-9145-4942-B579-C15DA3DE0F8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8B5C76-E6DD-9522-45D5-092ACA505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9BF553-C60B-559B-5E73-468BF10DF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A9186-F453-4CF4-BD5B-5A2F5BD7B4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312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2E7E12-1E13-1785-E00D-2A34F1E90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7999A-9145-4942-B579-C15DA3DE0F8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1AFB78-54E4-41AE-EC41-EE4D493DE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07E38D-FE61-C42A-D6DD-68650EAD2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A9186-F453-4CF4-BD5B-5A2F5BD7B4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057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AFC7B-D7F5-7FC8-9035-E139F2C58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14E02-4255-B3EC-E605-967393C7B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3E8C35-3FDA-8781-18B9-EA6E661151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9826A8-F787-F238-D5CC-FD0DD6B1D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7999A-9145-4942-B579-C15DA3DE0F8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B6827A-D3AC-7DFC-DA3E-968DAD890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D124C1-F4BF-4349-D843-FA8C132A5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A9186-F453-4CF4-BD5B-5A2F5BD7B4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019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83257-09B4-C33F-7FC8-166EBD178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67713C-05BF-EA48-7039-2D4A684BFA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ED8054-1D34-5F68-2080-A9EEABAC8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F1DBCE-EBD3-D8D3-DF90-BE1F60A41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7999A-9145-4942-B579-C15DA3DE0F8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8A10D7-92D1-6722-2670-4C4D1E77F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E46F3-DA1C-834D-0FF1-936C6FA95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A9186-F453-4CF4-BD5B-5A2F5BD7B4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96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580D2-8BA3-98E3-0FA7-F6BB34D31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4FA6AE-B391-00C7-65C8-347C0981D2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ED873-4217-B13C-B325-7A81E9F1E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7999A-9145-4942-B579-C15DA3DE0F8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4A109-EA91-FBA2-80D1-E19E68836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6FFF3-651D-E651-00D1-E3BBF7FFD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A9186-F453-4CF4-BD5B-5A2F5BD7B4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743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D5AA77-3B10-4039-D4B6-2578DECC87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92FFD5-2CEF-BB97-AD67-CABB774761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B97CA9-8BFA-259E-4A92-AC414260B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7999A-9145-4942-B579-C15DA3DE0F8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B61AD3-3BC5-C0C3-7EA4-E6A2C3EE1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EB476-4D01-9F5D-9CA1-9E89D1405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A9186-F453-4CF4-BD5B-5A2F5BD7B4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093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7CCDBC-C097-FF40-FC73-6A207A1D2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FC15F0-3EAB-B55B-9D0A-9BA7F096F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3A714-0E9B-D60C-4C44-F3B7B86314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37999A-9145-4942-B579-C15DA3DE0F8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2B5D3-89DF-2DD4-47FE-0BE6E8DEE3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B4D9A-3B60-8F1B-3A42-E4EEB310D0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3A9186-F453-4CF4-BD5B-5A2F5BD7B4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406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0D19ED6-BC62-1EC8-8DDC-CC6B55A577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67" t="14574" r="2584" b="5426"/>
          <a:stretch>
            <a:fillRect/>
          </a:stretch>
        </p:blipFill>
        <p:spPr>
          <a:xfrm>
            <a:off x="93709" y="210820"/>
            <a:ext cx="11552274" cy="5384800"/>
          </a:xfrm>
          <a:prstGeom prst="rect">
            <a:avLst/>
          </a:pr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2865EEDE-8BFC-4989-A3F5-A7EB39A2D677}"/>
              </a:ext>
            </a:extLst>
          </p:cNvPr>
          <p:cNvSpPr/>
          <p:nvPr/>
        </p:nvSpPr>
        <p:spPr>
          <a:xfrm>
            <a:off x="6188396" y="775588"/>
            <a:ext cx="994915" cy="3068450"/>
          </a:xfrm>
          <a:prstGeom prst="triangl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4B1E03-AA5F-AB18-7572-0277E4AA285D}"/>
              </a:ext>
            </a:extLst>
          </p:cNvPr>
          <p:cNvSpPr/>
          <p:nvPr/>
        </p:nvSpPr>
        <p:spPr>
          <a:xfrm>
            <a:off x="8302752" y="2587752"/>
            <a:ext cx="3419856" cy="210312"/>
          </a:xfrm>
          <a:custGeom>
            <a:avLst/>
            <a:gdLst>
              <a:gd name="csX0" fmla="*/ 0 w 3419856"/>
              <a:gd name="csY0" fmla="*/ 109728 h 210312"/>
              <a:gd name="csX1" fmla="*/ 54864 w 3419856"/>
              <a:gd name="csY1" fmla="*/ 146304 h 210312"/>
              <a:gd name="csX2" fmla="*/ 283464 w 3419856"/>
              <a:gd name="csY2" fmla="*/ 210312 h 210312"/>
              <a:gd name="csX3" fmla="*/ 493776 w 3419856"/>
              <a:gd name="csY3" fmla="*/ 192024 h 210312"/>
              <a:gd name="csX4" fmla="*/ 621792 w 3419856"/>
              <a:gd name="csY4" fmla="*/ 155448 h 210312"/>
              <a:gd name="csX5" fmla="*/ 694944 w 3419856"/>
              <a:gd name="csY5" fmla="*/ 109728 h 210312"/>
              <a:gd name="csX6" fmla="*/ 841248 w 3419856"/>
              <a:gd name="csY6" fmla="*/ 54864 h 210312"/>
              <a:gd name="csX7" fmla="*/ 978408 w 3419856"/>
              <a:gd name="csY7" fmla="*/ 9144 h 210312"/>
              <a:gd name="csX8" fmla="*/ 1133856 w 3419856"/>
              <a:gd name="csY8" fmla="*/ 0 h 210312"/>
              <a:gd name="csX9" fmla="*/ 1207008 w 3419856"/>
              <a:gd name="csY9" fmla="*/ 27432 h 210312"/>
              <a:gd name="csX10" fmla="*/ 1344168 w 3419856"/>
              <a:gd name="csY10" fmla="*/ 109728 h 210312"/>
              <a:gd name="csX11" fmla="*/ 1417320 w 3419856"/>
              <a:gd name="csY11" fmla="*/ 128016 h 210312"/>
              <a:gd name="csX12" fmla="*/ 1472184 w 3419856"/>
              <a:gd name="csY12" fmla="*/ 146304 h 210312"/>
              <a:gd name="csX13" fmla="*/ 1581912 w 3419856"/>
              <a:gd name="csY13" fmla="*/ 155448 h 210312"/>
              <a:gd name="csX14" fmla="*/ 1856232 w 3419856"/>
              <a:gd name="csY14" fmla="*/ 137160 h 210312"/>
              <a:gd name="csX15" fmla="*/ 1993392 w 3419856"/>
              <a:gd name="csY15" fmla="*/ 73152 h 210312"/>
              <a:gd name="csX16" fmla="*/ 2084832 w 3419856"/>
              <a:gd name="csY16" fmla="*/ 45720 h 210312"/>
              <a:gd name="csX17" fmla="*/ 2185416 w 3419856"/>
              <a:gd name="csY17" fmla="*/ 9144 h 210312"/>
              <a:gd name="csX18" fmla="*/ 2368296 w 3419856"/>
              <a:gd name="csY18" fmla="*/ 0 h 210312"/>
              <a:gd name="csX19" fmla="*/ 2642616 w 3419856"/>
              <a:gd name="csY19" fmla="*/ 91440 h 210312"/>
              <a:gd name="csX20" fmla="*/ 2898648 w 3419856"/>
              <a:gd name="csY20" fmla="*/ 128016 h 210312"/>
              <a:gd name="csX21" fmla="*/ 3063240 w 3419856"/>
              <a:gd name="csY21" fmla="*/ 91440 h 210312"/>
              <a:gd name="csX22" fmla="*/ 3136392 w 3419856"/>
              <a:gd name="csY22" fmla="*/ 82296 h 210312"/>
              <a:gd name="csX23" fmla="*/ 3282696 w 3419856"/>
              <a:gd name="csY23" fmla="*/ 54864 h 210312"/>
              <a:gd name="csX24" fmla="*/ 3310128 w 3419856"/>
              <a:gd name="csY24" fmla="*/ 45720 h 210312"/>
              <a:gd name="csX25" fmla="*/ 3383280 w 3419856"/>
              <a:gd name="csY25" fmla="*/ 54864 h 210312"/>
              <a:gd name="csX26" fmla="*/ 3419856 w 3419856"/>
              <a:gd name="csY26" fmla="*/ 64008 h 2103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3419856" h="210312">
                <a:moveTo>
                  <a:pt x="0" y="109728"/>
                </a:moveTo>
                <a:cubicBezTo>
                  <a:pt x="18288" y="121920"/>
                  <a:pt x="34150" y="138954"/>
                  <a:pt x="54864" y="146304"/>
                </a:cubicBezTo>
                <a:cubicBezTo>
                  <a:pt x="129439" y="172766"/>
                  <a:pt x="283464" y="210312"/>
                  <a:pt x="283464" y="210312"/>
                </a:cubicBezTo>
                <a:cubicBezTo>
                  <a:pt x="304295" y="208923"/>
                  <a:pt x="450692" y="201816"/>
                  <a:pt x="493776" y="192024"/>
                </a:cubicBezTo>
                <a:cubicBezTo>
                  <a:pt x="537052" y="182189"/>
                  <a:pt x="579120" y="167640"/>
                  <a:pt x="621792" y="155448"/>
                </a:cubicBezTo>
                <a:cubicBezTo>
                  <a:pt x="646176" y="140208"/>
                  <a:pt x="669225" y="122588"/>
                  <a:pt x="694944" y="109728"/>
                </a:cubicBezTo>
                <a:cubicBezTo>
                  <a:pt x="774618" y="69891"/>
                  <a:pt x="772660" y="81244"/>
                  <a:pt x="841248" y="54864"/>
                </a:cubicBezTo>
                <a:cubicBezTo>
                  <a:pt x="899420" y="32490"/>
                  <a:pt x="914070" y="16865"/>
                  <a:pt x="978408" y="9144"/>
                </a:cubicBezTo>
                <a:cubicBezTo>
                  <a:pt x="1029944" y="2960"/>
                  <a:pt x="1082040" y="3048"/>
                  <a:pt x="1133856" y="0"/>
                </a:cubicBezTo>
                <a:cubicBezTo>
                  <a:pt x="1158240" y="9144"/>
                  <a:pt x="1183919" y="15386"/>
                  <a:pt x="1207008" y="27432"/>
                </a:cubicBezTo>
                <a:cubicBezTo>
                  <a:pt x="1254279" y="52095"/>
                  <a:pt x="1292442" y="96796"/>
                  <a:pt x="1344168" y="109728"/>
                </a:cubicBezTo>
                <a:cubicBezTo>
                  <a:pt x="1368552" y="115824"/>
                  <a:pt x="1393153" y="121111"/>
                  <a:pt x="1417320" y="128016"/>
                </a:cubicBezTo>
                <a:cubicBezTo>
                  <a:pt x="1435856" y="133312"/>
                  <a:pt x="1453169" y="143135"/>
                  <a:pt x="1472184" y="146304"/>
                </a:cubicBezTo>
                <a:cubicBezTo>
                  <a:pt x="1508387" y="152338"/>
                  <a:pt x="1545336" y="152400"/>
                  <a:pt x="1581912" y="155448"/>
                </a:cubicBezTo>
                <a:cubicBezTo>
                  <a:pt x="1673352" y="149352"/>
                  <a:pt x="1765372" y="149115"/>
                  <a:pt x="1856232" y="137160"/>
                </a:cubicBezTo>
                <a:cubicBezTo>
                  <a:pt x="1921159" y="128617"/>
                  <a:pt x="1936246" y="96683"/>
                  <a:pt x="1993392" y="73152"/>
                </a:cubicBezTo>
                <a:cubicBezTo>
                  <a:pt x="2022817" y="61036"/>
                  <a:pt x="2054643" y="55783"/>
                  <a:pt x="2084832" y="45720"/>
                </a:cubicBezTo>
                <a:cubicBezTo>
                  <a:pt x="2118677" y="34438"/>
                  <a:pt x="2150195" y="14825"/>
                  <a:pt x="2185416" y="9144"/>
                </a:cubicBezTo>
                <a:cubicBezTo>
                  <a:pt x="2245673" y="-575"/>
                  <a:pt x="2307336" y="3048"/>
                  <a:pt x="2368296" y="0"/>
                </a:cubicBezTo>
                <a:cubicBezTo>
                  <a:pt x="2721743" y="37205"/>
                  <a:pt x="2396348" y="-26340"/>
                  <a:pt x="2642616" y="91440"/>
                </a:cubicBezTo>
                <a:cubicBezTo>
                  <a:pt x="2713480" y="125331"/>
                  <a:pt x="2826524" y="123508"/>
                  <a:pt x="2898648" y="128016"/>
                </a:cubicBezTo>
                <a:cubicBezTo>
                  <a:pt x="3149207" y="105238"/>
                  <a:pt x="2880820" y="140085"/>
                  <a:pt x="3063240" y="91440"/>
                </a:cubicBezTo>
                <a:cubicBezTo>
                  <a:pt x="3086984" y="85108"/>
                  <a:pt x="3112065" y="85771"/>
                  <a:pt x="3136392" y="82296"/>
                </a:cubicBezTo>
                <a:cubicBezTo>
                  <a:pt x="3165457" y="78144"/>
                  <a:pt x="3267733" y="59852"/>
                  <a:pt x="3282696" y="54864"/>
                </a:cubicBezTo>
                <a:lnTo>
                  <a:pt x="3310128" y="45720"/>
                </a:lnTo>
                <a:cubicBezTo>
                  <a:pt x="3334512" y="48768"/>
                  <a:pt x="3359103" y="50468"/>
                  <a:pt x="3383280" y="54864"/>
                </a:cubicBezTo>
                <a:cubicBezTo>
                  <a:pt x="3438873" y="64972"/>
                  <a:pt x="3393082" y="64008"/>
                  <a:pt x="3419856" y="64008"/>
                </a:cubicBezTo>
              </a:path>
            </a:pathLst>
          </a:cu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B53E32D-0637-777F-3E2D-538913D4C0EC}"/>
              </a:ext>
            </a:extLst>
          </p:cNvPr>
          <p:cNvSpPr/>
          <p:nvPr/>
        </p:nvSpPr>
        <p:spPr>
          <a:xfrm>
            <a:off x="5135880" y="2587752"/>
            <a:ext cx="2115312" cy="210312"/>
          </a:xfrm>
          <a:custGeom>
            <a:avLst/>
            <a:gdLst>
              <a:gd name="csX0" fmla="*/ 0 w 3419856"/>
              <a:gd name="csY0" fmla="*/ 109728 h 210312"/>
              <a:gd name="csX1" fmla="*/ 54864 w 3419856"/>
              <a:gd name="csY1" fmla="*/ 146304 h 210312"/>
              <a:gd name="csX2" fmla="*/ 283464 w 3419856"/>
              <a:gd name="csY2" fmla="*/ 210312 h 210312"/>
              <a:gd name="csX3" fmla="*/ 493776 w 3419856"/>
              <a:gd name="csY3" fmla="*/ 192024 h 210312"/>
              <a:gd name="csX4" fmla="*/ 621792 w 3419856"/>
              <a:gd name="csY4" fmla="*/ 155448 h 210312"/>
              <a:gd name="csX5" fmla="*/ 694944 w 3419856"/>
              <a:gd name="csY5" fmla="*/ 109728 h 210312"/>
              <a:gd name="csX6" fmla="*/ 841248 w 3419856"/>
              <a:gd name="csY6" fmla="*/ 54864 h 210312"/>
              <a:gd name="csX7" fmla="*/ 978408 w 3419856"/>
              <a:gd name="csY7" fmla="*/ 9144 h 210312"/>
              <a:gd name="csX8" fmla="*/ 1133856 w 3419856"/>
              <a:gd name="csY8" fmla="*/ 0 h 210312"/>
              <a:gd name="csX9" fmla="*/ 1207008 w 3419856"/>
              <a:gd name="csY9" fmla="*/ 27432 h 210312"/>
              <a:gd name="csX10" fmla="*/ 1344168 w 3419856"/>
              <a:gd name="csY10" fmla="*/ 109728 h 210312"/>
              <a:gd name="csX11" fmla="*/ 1417320 w 3419856"/>
              <a:gd name="csY11" fmla="*/ 128016 h 210312"/>
              <a:gd name="csX12" fmla="*/ 1472184 w 3419856"/>
              <a:gd name="csY12" fmla="*/ 146304 h 210312"/>
              <a:gd name="csX13" fmla="*/ 1581912 w 3419856"/>
              <a:gd name="csY13" fmla="*/ 155448 h 210312"/>
              <a:gd name="csX14" fmla="*/ 1856232 w 3419856"/>
              <a:gd name="csY14" fmla="*/ 137160 h 210312"/>
              <a:gd name="csX15" fmla="*/ 1993392 w 3419856"/>
              <a:gd name="csY15" fmla="*/ 73152 h 210312"/>
              <a:gd name="csX16" fmla="*/ 2084832 w 3419856"/>
              <a:gd name="csY16" fmla="*/ 45720 h 210312"/>
              <a:gd name="csX17" fmla="*/ 2185416 w 3419856"/>
              <a:gd name="csY17" fmla="*/ 9144 h 210312"/>
              <a:gd name="csX18" fmla="*/ 2368296 w 3419856"/>
              <a:gd name="csY18" fmla="*/ 0 h 210312"/>
              <a:gd name="csX19" fmla="*/ 2642616 w 3419856"/>
              <a:gd name="csY19" fmla="*/ 91440 h 210312"/>
              <a:gd name="csX20" fmla="*/ 2898648 w 3419856"/>
              <a:gd name="csY20" fmla="*/ 128016 h 210312"/>
              <a:gd name="csX21" fmla="*/ 3063240 w 3419856"/>
              <a:gd name="csY21" fmla="*/ 91440 h 210312"/>
              <a:gd name="csX22" fmla="*/ 3136392 w 3419856"/>
              <a:gd name="csY22" fmla="*/ 82296 h 210312"/>
              <a:gd name="csX23" fmla="*/ 3282696 w 3419856"/>
              <a:gd name="csY23" fmla="*/ 54864 h 210312"/>
              <a:gd name="csX24" fmla="*/ 3310128 w 3419856"/>
              <a:gd name="csY24" fmla="*/ 45720 h 210312"/>
              <a:gd name="csX25" fmla="*/ 3383280 w 3419856"/>
              <a:gd name="csY25" fmla="*/ 54864 h 210312"/>
              <a:gd name="csX26" fmla="*/ 3419856 w 3419856"/>
              <a:gd name="csY26" fmla="*/ 64008 h 2103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3419856" h="210312">
                <a:moveTo>
                  <a:pt x="0" y="109728"/>
                </a:moveTo>
                <a:cubicBezTo>
                  <a:pt x="18288" y="121920"/>
                  <a:pt x="34150" y="138954"/>
                  <a:pt x="54864" y="146304"/>
                </a:cubicBezTo>
                <a:cubicBezTo>
                  <a:pt x="129439" y="172766"/>
                  <a:pt x="283464" y="210312"/>
                  <a:pt x="283464" y="210312"/>
                </a:cubicBezTo>
                <a:cubicBezTo>
                  <a:pt x="304295" y="208923"/>
                  <a:pt x="450692" y="201816"/>
                  <a:pt x="493776" y="192024"/>
                </a:cubicBezTo>
                <a:cubicBezTo>
                  <a:pt x="537052" y="182189"/>
                  <a:pt x="579120" y="167640"/>
                  <a:pt x="621792" y="155448"/>
                </a:cubicBezTo>
                <a:cubicBezTo>
                  <a:pt x="646176" y="140208"/>
                  <a:pt x="669225" y="122588"/>
                  <a:pt x="694944" y="109728"/>
                </a:cubicBezTo>
                <a:cubicBezTo>
                  <a:pt x="774618" y="69891"/>
                  <a:pt x="772660" y="81244"/>
                  <a:pt x="841248" y="54864"/>
                </a:cubicBezTo>
                <a:cubicBezTo>
                  <a:pt x="899420" y="32490"/>
                  <a:pt x="914070" y="16865"/>
                  <a:pt x="978408" y="9144"/>
                </a:cubicBezTo>
                <a:cubicBezTo>
                  <a:pt x="1029944" y="2960"/>
                  <a:pt x="1082040" y="3048"/>
                  <a:pt x="1133856" y="0"/>
                </a:cubicBezTo>
                <a:cubicBezTo>
                  <a:pt x="1158240" y="9144"/>
                  <a:pt x="1183919" y="15386"/>
                  <a:pt x="1207008" y="27432"/>
                </a:cubicBezTo>
                <a:cubicBezTo>
                  <a:pt x="1254279" y="52095"/>
                  <a:pt x="1292442" y="96796"/>
                  <a:pt x="1344168" y="109728"/>
                </a:cubicBezTo>
                <a:cubicBezTo>
                  <a:pt x="1368552" y="115824"/>
                  <a:pt x="1393153" y="121111"/>
                  <a:pt x="1417320" y="128016"/>
                </a:cubicBezTo>
                <a:cubicBezTo>
                  <a:pt x="1435856" y="133312"/>
                  <a:pt x="1453169" y="143135"/>
                  <a:pt x="1472184" y="146304"/>
                </a:cubicBezTo>
                <a:cubicBezTo>
                  <a:pt x="1508387" y="152338"/>
                  <a:pt x="1545336" y="152400"/>
                  <a:pt x="1581912" y="155448"/>
                </a:cubicBezTo>
                <a:cubicBezTo>
                  <a:pt x="1673352" y="149352"/>
                  <a:pt x="1765372" y="149115"/>
                  <a:pt x="1856232" y="137160"/>
                </a:cubicBezTo>
                <a:cubicBezTo>
                  <a:pt x="1921159" y="128617"/>
                  <a:pt x="1936246" y="96683"/>
                  <a:pt x="1993392" y="73152"/>
                </a:cubicBezTo>
                <a:cubicBezTo>
                  <a:pt x="2022817" y="61036"/>
                  <a:pt x="2054643" y="55783"/>
                  <a:pt x="2084832" y="45720"/>
                </a:cubicBezTo>
                <a:cubicBezTo>
                  <a:pt x="2118677" y="34438"/>
                  <a:pt x="2150195" y="14825"/>
                  <a:pt x="2185416" y="9144"/>
                </a:cubicBezTo>
                <a:cubicBezTo>
                  <a:pt x="2245673" y="-575"/>
                  <a:pt x="2307336" y="3048"/>
                  <a:pt x="2368296" y="0"/>
                </a:cubicBezTo>
                <a:cubicBezTo>
                  <a:pt x="2721743" y="37205"/>
                  <a:pt x="2396348" y="-26340"/>
                  <a:pt x="2642616" y="91440"/>
                </a:cubicBezTo>
                <a:cubicBezTo>
                  <a:pt x="2713480" y="125331"/>
                  <a:pt x="2826524" y="123508"/>
                  <a:pt x="2898648" y="128016"/>
                </a:cubicBezTo>
                <a:cubicBezTo>
                  <a:pt x="3149207" y="105238"/>
                  <a:pt x="2880820" y="140085"/>
                  <a:pt x="3063240" y="91440"/>
                </a:cubicBezTo>
                <a:cubicBezTo>
                  <a:pt x="3086984" y="85108"/>
                  <a:pt x="3112065" y="85771"/>
                  <a:pt x="3136392" y="82296"/>
                </a:cubicBezTo>
                <a:cubicBezTo>
                  <a:pt x="3165457" y="78144"/>
                  <a:pt x="3267733" y="59852"/>
                  <a:pt x="3282696" y="54864"/>
                </a:cubicBezTo>
                <a:lnTo>
                  <a:pt x="3310128" y="45720"/>
                </a:lnTo>
                <a:cubicBezTo>
                  <a:pt x="3334512" y="48768"/>
                  <a:pt x="3359103" y="50468"/>
                  <a:pt x="3383280" y="54864"/>
                </a:cubicBezTo>
                <a:cubicBezTo>
                  <a:pt x="3438873" y="64972"/>
                  <a:pt x="3393082" y="64008"/>
                  <a:pt x="3419856" y="64008"/>
                </a:cubicBezTo>
              </a:path>
            </a:pathLst>
          </a:cu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472E44B-9409-40EC-9272-B50A8386DDE1}"/>
              </a:ext>
            </a:extLst>
          </p:cNvPr>
          <p:cNvSpPr/>
          <p:nvPr/>
        </p:nvSpPr>
        <p:spPr>
          <a:xfrm>
            <a:off x="2334768" y="2692908"/>
            <a:ext cx="1203960" cy="210312"/>
          </a:xfrm>
          <a:custGeom>
            <a:avLst/>
            <a:gdLst>
              <a:gd name="csX0" fmla="*/ 0 w 3419856"/>
              <a:gd name="csY0" fmla="*/ 109728 h 210312"/>
              <a:gd name="csX1" fmla="*/ 54864 w 3419856"/>
              <a:gd name="csY1" fmla="*/ 146304 h 210312"/>
              <a:gd name="csX2" fmla="*/ 283464 w 3419856"/>
              <a:gd name="csY2" fmla="*/ 210312 h 210312"/>
              <a:gd name="csX3" fmla="*/ 493776 w 3419856"/>
              <a:gd name="csY3" fmla="*/ 192024 h 210312"/>
              <a:gd name="csX4" fmla="*/ 621792 w 3419856"/>
              <a:gd name="csY4" fmla="*/ 155448 h 210312"/>
              <a:gd name="csX5" fmla="*/ 694944 w 3419856"/>
              <a:gd name="csY5" fmla="*/ 109728 h 210312"/>
              <a:gd name="csX6" fmla="*/ 841248 w 3419856"/>
              <a:gd name="csY6" fmla="*/ 54864 h 210312"/>
              <a:gd name="csX7" fmla="*/ 978408 w 3419856"/>
              <a:gd name="csY7" fmla="*/ 9144 h 210312"/>
              <a:gd name="csX8" fmla="*/ 1133856 w 3419856"/>
              <a:gd name="csY8" fmla="*/ 0 h 210312"/>
              <a:gd name="csX9" fmla="*/ 1207008 w 3419856"/>
              <a:gd name="csY9" fmla="*/ 27432 h 210312"/>
              <a:gd name="csX10" fmla="*/ 1344168 w 3419856"/>
              <a:gd name="csY10" fmla="*/ 109728 h 210312"/>
              <a:gd name="csX11" fmla="*/ 1417320 w 3419856"/>
              <a:gd name="csY11" fmla="*/ 128016 h 210312"/>
              <a:gd name="csX12" fmla="*/ 1472184 w 3419856"/>
              <a:gd name="csY12" fmla="*/ 146304 h 210312"/>
              <a:gd name="csX13" fmla="*/ 1581912 w 3419856"/>
              <a:gd name="csY13" fmla="*/ 155448 h 210312"/>
              <a:gd name="csX14" fmla="*/ 1856232 w 3419856"/>
              <a:gd name="csY14" fmla="*/ 137160 h 210312"/>
              <a:gd name="csX15" fmla="*/ 1993392 w 3419856"/>
              <a:gd name="csY15" fmla="*/ 73152 h 210312"/>
              <a:gd name="csX16" fmla="*/ 2084832 w 3419856"/>
              <a:gd name="csY16" fmla="*/ 45720 h 210312"/>
              <a:gd name="csX17" fmla="*/ 2185416 w 3419856"/>
              <a:gd name="csY17" fmla="*/ 9144 h 210312"/>
              <a:gd name="csX18" fmla="*/ 2368296 w 3419856"/>
              <a:gd name="csY18" fmla="*/ 0 h 210312"/>
              <a:gd name="csX19" fmla="*/ 2642616 w 3419856"/>
              <a:gd name="csY19" fmla="*/ 91440 h 210312"/>
              <a:gd name="csX20" fmla="*/ 2898648 w 3419856"/>
              <a:gd name="csY20" fmla="*/ 128016 h 210312"/>
              <a:gd name="csX21" fmla="*/ 3063240 w 3419856"/>
              <a:gd name="csY21" fmla="*/ 91440 h 210312"/>
              <a:gd name="csX22" fmla="*/ 3136392 w 3419856"/>
              <a:gd name="csY22" fmla="*/ 82296 h 210312"/>
              <a:gd name="csX23" fmla="*/ 3282696 w 3419856"/>
              <a:gd name="csY23" fmla="*/ 54864 h 210312"/>
              <a:gd name="csX24" fmla="*/ 3310128 w 3419856"/>
              <a:gd name="csY24" fmla="*/ 45720 h 210312"/>
              <a:gd name="csX25" fmla="*/ 3383280 w 3419856"/>
              <a:gd name="csY25" fmla="*/ 54864 h 210312"/>
              <a:gd name="csX26" fmla="*/ 3419856 w 3419856"/>
              <a:gd name="csY26" fmla="*/ 64008 h 2103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3419856" h="210312">
                <a:moveTo>
                  <a:pt x="0" y="109728"/>
                </a:moveTo>
                <a:cubicBezTo>
                  <a:pt x="18288" y="121920"/>
                  <a:pt x="34150" y="138954"/>
                  <a:pt x="54864" y="146304"/>
                </a:cubicBezTo>
                <a:cubicBezTo>
                  <a:pt x="129439" y="172766"/>
                  <a:pt x="283464" y="210312"/>
                  <a:pt x="283464" y="210312"/>
                </a:cubicBezTo>
                <a:cubicBezTo>
                  <a:pt x="304295" y="208923"/>
                  <a:pt x="450692" y="201816"/>
                  <a:pt x="493776" y="192024"/>
                </a:cubicBezTo>
                <a:cubicBezTo>
                  <a:pt x="537052" y="182189"/>
                  <a:pt x="579120" y="167640"/>
                  <a:pt x="621792" y="155448"/>
                </a:cubicBezTo>
                <a:cubicBezTo>
                  <a:pt x="646176" y="140208"/>
                  <a:pt x="669225" y="122588"/>
                  <a:pt x="694944" y="109728"/>
                </a:cubicBezTo>
                <a:cubicBezTo>
                  <a:pt x="774618" y="69891"/>
                  <a:pt x="772660" y="81244"/>
                  <a:pt x="841248" y="54864"/>
                </a:cubicBezTo>
                <a:cubicBezTo>
                  <a:pt x="899420" y="32490"/>
                  <a:pt x="914070" y="16865"/>
                  <a:pt x="978408" y="9144"/>
                </a:cubicBezTo>
                <a:cubicBezTo>
                  <a:pt x="1029944" y="2960"/>
                  <a:pt x="1082040" y="3048"/>
                  <a:pt x="1133856" y="0"/>
                </a:cubicBezTo>
                <a:cubicBezTo>
                  <a:pt x="1158240" y="9144"/>
                  <a:pt x="1183919" y="15386"/>
                  <a:pt x="1207008" y="27432"/>
                </a:cubicBezTo>
                <a:cubicBezTo>
                  <a:pt x="1254279" y="52095"/>
                  <a:pt x="1292442" y="96796"/>
                  <a:pt x="1344168" y="109728"/>
                </a:cubicBezTo>
                <a:cubicBezTo>
                  <a:pt x="1368552" y="115824"/>
                  <a:pt x="1393153" y="121111"/>
                  <a:pt x="1417320" y="128016"/>
                </a:cubicBezTo>
                <a:cubicBezTo>
                  <a:pt x="1435856" y="133312"/>
                  <a:pt x="1453169" y="143135"/>
                  <a:pt x="1472184" y="146304"/>
                </a:cubicBezTo>
                <a:cubicBezTo>
                  <a:pt x="1508387" y="152338"/>
                  <a:pt x="1545336" y="152400"/>
                  <a:pt x="1581912" y="155448"/>
                </a:cubicBezTo>
                <a:cubicBezTo>
                  <a:pt x="1673352" y="149352"/>
                  <a:pt x="1765372" y="149115"/>
                  <a:pt x="1856232" y="137160"/>
                </a:cubicBezTo>
                <a:cubicBezTo>
                  <a:pt x="1921159" y="128617"/>
                  <a:pt x="1936246" y="96683"/>
                  <a:pt x="1993392" y="73152"/>
                </a:cubicBezTo>
                <a:cubicBezTo>
                  <a:pt x="2022817" y="61036"/>
                  <a:pt x="2054643" y="55783"/>
                  <a:pt x="2084832" y="45720"/>
                </a:cubicBezTo>
                <a:cubicBezTo>
                  <a:pt x="2118677" y="34438"/>
                  <a:pt x="2150195" y="14825"/>
                  <a:pt x="2185416" y="9144"/>
                </a:cubicBezTo>
                <a:cubicBezTo>
                  <a:pt x="2245673" y="-575"/>
                  <a:pt x="2307336" y="3048"/>
                  <a:pt x="2368296" y="0"/>
                </a:cubicBezTo>
                <a:cubicBezTo>
                  <a:pt x="2721743" y="37205"/>
                  <a:pt x="2396348" y="-26340"/>
                  <a:pt x="2642616" y="91440"/>
                </a:cubicBezTo>
                <a:cubicBezTo>
                  <a:pt x="2713480" y="125331"/>
                  <a:pt x="2826524" y="123508"/>
                  <a:pt x="2898648" y="128016"/>
                </a:cubicBezTo>
                <a:cubicBezTo>
                  <a:pt x="3149207" y="105238"/>
                  <a:pt x="2880820" y="140085"/>
                  <a:pt x="3063240" y="91440"/>
                </a:cubicBezTo>
                <a:cubicBezTo>
                  <a:pt x="3086984" y="85108"/>
                  <a:pt x="3112065" y="85771"/>
                  <a:pt x="3136392" y="82296"/>
                </a:cubicBezTo>
                <a:cubicBezTo>
                  <a:pt x="3165457" y="78144"/>
                  <a:pt x="3267733" y="59852"/>
                  <a:pt x="3282696" y="54864"/>
                </a:cubicBezTo>
                <a:lnTo>
                  <a:pt x="3310128" y="45720"/>
                </a:lnTo>
                <a:cubicBezTo>
                  <a:pt x="3334512" y="48768"/>
                  <a:pt x="3359103" y="50468"/>
                  <a:pt x="3383280" y="54864"/>
                </a:cubicBezTo>
                <a:cubicBezTo>
                  <a:pt x="3438873" y="64972"/>
                  <a:pt x="3393082" y="64008"/>
                  <a:pt x="3419856" y="64008"/>
                </a:cubicBezTo>
              </a:path>
            </a:pathLst>
          </a:cu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14" name="Flowchart: Punched Tape 13">
            <a:extLst>
              <a:ext uri="{FF2B5EF4-FFF2-40B4-BE49-F238E27FC236}">
                <a16:creationId xmlns:a16="http://schemas.microsoft.com/office/drawing/2014/main" id="{1D09A01E-1EDF-2E9B-3797-1D14422B7694}"/>
              </a:ext>
            </a:extLst>
          </p:cNvPr>
          <p:cNvSpPr/>
          <p:nvPr/>
        </p:nvSpPr>
        <p:spPr>
          <a:xfrm>
            <a:off x="5643692" y="2106168"/>
            <a:ext cx="226154" cy="436626"/>
          </a:xfrm>
          <a:prstGeom prst="flowChartPunchedTape">
            <a:avLst/>
          </a:prstGeom>
          <a:solidFill>
            <a:srgbClr val="CC33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owchart: Punched Tape 14">
            <a:extLst>
              <a:ext uri="{FF2B5EF4-FFF2-40B4-BE49-F238E27FC236}">
                <a16:creationId xmlns:a16="http://schemas.microsoft.com/office/drawing/2014/main" id="{65CEF994-4D21-595D-69DF-7E35D8338CA2}"/>
              </a:ext>
            </a:extLst>
          </p:cNvPr>
          <p:cNvSpPr/>
          <p:nvPr/>
        </p:nvSpPr>
        <p:spPr>
          <a:xfrm>
            <a:off x="2134735" y="2324862"/>
            <a:ext cx="226154" cy="300228"/>
          </a:xfrm>
          <a:prstGeom prst="flowChartPunchedTape">
            <a:avLst/>
          </a:prstGeom>
          <a:solidFill>
            <a:srgbClr val="CC33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ircle: Hollow 15">
            <a:extLst>
              <a:ext uri="{FF2B5EF4-FFF2-40B4-BE49-F238E27FC236}">
                <a16:creationId xmlns:a16="http://schemas.microsoft.com/office/drawing/2014/main" id="{8607FC7E-29B4-8869-3734-69FB9AC4C7FC}"/>
              </a:ext>
            </a:extLst>
          </p:cNvPr>
          <p:cNvSpPr/>
          <p:nvPr/>
        </p:nvSpPr>
        <p:spPr>
          <a:xfrm>
            <a:off x="3514357" y="2692908"/>
            <a:ext cx="233534" cy="210312"/>
          </a:xfrm>
          <a:prstGeom prst="donu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Circle: Hollow 16">
            <a:extLst>
              <a:ext uri="{FF2B5EF4-FFF2-40B4-BE49-F238E27FC236}">
                <a16:creationId xmlns:a16="http://schemas.microsoft.com/office/drawing/2014/main" id="{6B942D1D-2B10-10D3-E11D-B0617BA9D3F9}"/>
              </a:ext>
            </a:extLst>
          </p:cNvPr>
          <p:cNvSpPr/>
          <p:nvPr/>
        </p:nvSpPr>
        <p:spPr>
          <a:xfrm>
            <a:off x="4851376" y="2692908"/>
            <a:ext cx="233534" cy="210312"/>
          </a:xfrm>
          <a:prstGeom prst="donu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88310C4-C97B-073F-A70D-034196C505D6}"/>
              </a:ext>
            </a:extLst>
          </p:cNvPr>
          <p:cNvSpPr/>
          <p:nvPr/>
        </p:nvSpPr>
        <p:spPr>
          <a:xfrm>
            <a:off x="93709" y="2798064"/>
            <a:ext cx="994915" cy="210312"/>
          </a:xfrm>
          <a:custGeom>
            <a:avLst/>
            <a:gdLst>
              <a:gd name="csX0" fmla="*/ 0 w 3419856"/>
              <a:gd name="csY0" fmla="*/ 109728 h 210312"/>
              <a:gd name="csX1" fmla="*/ 54864 w 3419856"/>
              <a:gd name="csY1" fmla="*/ 146304 h 210312"/>
              <a:gd name="csX2" fmla="*/ 283464 w 3419856"/>
              <a:gd name="csY2" fmla="*/ 210312 h 210312"/>
              <a:gd name="csX3" fmla="*/ 493776 w 3419856"/>
              <a:gd name="csY3" fmla="*/ 192024 h 210312"/>
              <a:gd name="csX4" fmla="*/ 621792 w 3419856"/>
              <a:gd name="csY4" fmla="*/ 155448 h 210312"/>
              <a:gd name="csX5" fmla="*/ 694944 w 3419856"/>
              <a:gd name="csY5" fmla="*/ 109728 h 210312"/>
              <a:gd name="csX6" fmla="*/ 841248 w 3419856"/>
              <a:gd name="csY6" fmla="*/ 54864 h 210312"/>
              <a:gd name="csX7" fmla="*/ 978408 w 3419856"/>
              <a:gd name="csY7" fmla="*/ 9144 h 210312"/>
              <a:gd name="csX8" fmla="*/ 1133856 w 3419856"/>
              <a:gd name="csY8" fmla="*/ 0 h 210312"/>
              <a:gd name="csX9" fmla="*/ 1207008 w 3419856"/>
              <a:gd name="csY9" fmla="*/ 27432 h 210312"/>
              <a:gd name="csX10" fmla="*/ 1344168 w 3419856"/>
              <a:gd name="csY10" fmla="*/ 109728 h 210312"/>
              <a:gd name="csX11" fmla="*/ 1417320 w 3419856"/>
              <a:gd name="csY11" fmla="*/ 128016 h 210312"/>
              <a:gd name="csX12" fmla="*/ 1472184 w 3419856"/>
              <a:gd name="csY12" fmla="*/ 146304 h 210312"/>
              <a:gd name="csX13" fmla="*/ 1581912 w 3419856"/>
              <a:gd name="csY13" fmla="*/ 155448 h 210312"/>
              <a:gd name="csX14" fmla="*/ 1856232 w 3419856"/>
              <a:gd name="csY14" fmla="*/ 137160 h 210312"/>
              <a:gd name="csX15" fmla="*/ 1993392 w 3419856"/>
              <a:gd name="csY15" fmla="*/ 73152 h 210312"/>
              <a:gd name="csX16" fmla="*/ 2084832 w 3419856"/>
              <a:gd name="csY16" fmla="*/ 45720 h 210312"/>
              <a:gd name="csX17" fmla="*/ 2185416 w 3419856"/>
              <a:gd name="csY17" fmla="*/ 9144 h 210312"/>
              <a:gd name="csX18" fmla="*/ 2368296 w 3419856"/>
              <a:gd name="csY18" fmla="*/ 0 h 210312"/>
              <a:gd name="csX19" fmla="*/ 2642616 w 3419856"/>
              <a:gd name="csY19" fmla="*/ 91440 h 210312"/>
              <a:gd name="csX20" fmla="*/ 2898648 w 3419856"/>
              <a:gd name="csY20" fmla="*/ 128016 h 210312"/>
              <a:gd name="csX21" fmla="*/ 3063240 w 3419856"/>
              <a:gd name="csY21" fmla="*/ 91440 h 210312"/>
              <a:gd name="csX22" fmla="*/ 3136392 w 3419856"/>
              <a:gd name="csY22" fmla="*/ 82296 h 210312"/>
              <a:gd name="csX23" fmla="*/ 3282696 w 3419856"/>
              <a:gd name="csY23" fmla="*/ 54864 h 210312"/>
              <a:gd name="csX24" fmla="*/ 3310128 w 3419856"/>
              <a:gd name="csY24" fmla="*/ 45720 h 210312"/>
              <a:gd name="csX25" fmla="*/ 3383280 w 3419856"/>
              <a:gd name="csY25" fmla="*/ 54864 h 210312"/>
              <a:gd name="csX26" fmla="*/ 3419856 w 3419856"/>
              <a:gd name="csY26" fmla="*/ 64008 h 2103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3419856" h="210312">
                <a:moveTo>
                  <a:pt x="0" y="109728"/>
                </a:moveTo>
                <a:cubicBezTo>
                  <a:pt x="18288" y="121920"/>
                  <a:pt x="34150" y="138954"/>
                  <a:pt x="54864" y="146304"/>
                </a:cubicBezTo>
                <a:cubicBezTo>
                  <a:pt x="129439" y="172766"/>
                  <a:pt x="283464" y="210312"/>
                  <a:pt x="283464" y="210312"/>
                </a:cubicBezTo>
                <a:cubicBezTo>
                  <a:pt x="304295" y="208923"/>
                  <a:pt x="450692" y="201816"/>
                  <a:pt x="493776" y="192024"/>
                </a:cubicBezTo>
                <a:cubicBezTo>
                  <a:pt x="537052" y="182189"/>
                  <a:pt x="579120" y="167640"/>
                  <a:pt x="621792" y="155448"/>
                </a:cubicBezTo>
                <a:cubicBezTo>
                  <a:pt x="646176" y="140208"/>
                  <a:pt x="669225" y="122588"/>
                  <a:pt x="694944" y="109728"/>
                </a:cubicBezTo>
                <a:cubicBezTo>
                  <a:pt x="774618" y="69891"/>
                  <a:pt x="772660" y="81244"/>
                  <a:pt x="841248" y="54864"/>
                </a:cubicBezTo>
                <a:cubicBezTo>
                  <a:pt x="899420" y="32490"/>
                  <a:pt x="914070" y="16865"/>
                  <a:pt x="978408" y="9144"/>
                </a:cubicBezTo>
                <a:cubicBezTo>
                  <a:pt x="1029944" y="2960"/>
                  <a:pt x="1082040" y="3048"/>
                  <a:pt x="1133856" y="0"/>
                </a:cubicBezTo>
                <a:cubicBezTo>
                  <a:pt x="1158240" y="9144"/>
                  <a:pt x="1183919" y="15386"/>
                  <a:pt x="1207008" y="27432"/>
                </a:cubicBezTo>
                <a:cubicBezTo>
                  <a:pt x="1254279" y="52095"/>
                  <a:pt x="1292442" y="96796"/>
                  <a:pt x="1344168" y="109728"/>
                </a:cubicBezTo>
                <a:cubicBezTo>
                  <a:pt x="1368552" y="115824"/>
                  <a:pt x="1393153" y="121111"/>
                  <a:pt x="1417320" y="128016"/>
                </a:cubicBezTo>
                <a:cubicBezTo>
                  <a:pt x="1435856" y="133312"/>
                  <a:pt x="1453169" y="143135"/>
                  <a:pt x="1472184" y="146304"/>
                </a:cubicBezTo>
                <a:cubicBezTo>
                  <a:pt x="1508387" y="152338"/>
                  <a:pt x="1545336" y="152400"/>
                  <a:pt x="1581912" y="155448"/>
                </a:cubicBezTo>
                <a:cubicBezTo>
                  <a:pt x="1673352" y="149352"/>
                  <a:pt x="1765372" y="149115"/>
                  <a:pt x="1856232" y="137160"/>
                </a:cubicBezTo>
                <a:cubicBezTo>
                  <a:pt x="1921159" y="128617"/>
                  <a:pt x="1936246" y="96683"/>
                  <a:pt x="1993392" y="73152"/>
                </a:cubicBezTo>
                <a:cubicBezTo>
                  <a:pt x="2022817" y="61036"/>
                  <a:pt x="2054643" y="55783"/>
                  <a:pt x="2084832" y="45720"/>
                </a:cubicBezTo>
                <a:cubicBezTo>
                  <a:pt x="2118677" y="34438"/>
                  <a:pt x="2150195" y="14825"/>
                  <a:pt x="2185416" y="9144"/>
                </a:cubicBezTo>
                <a:cubicBezTo>
                  <a:pt x="2245673" y="-575"/>
                  <a:pt x="2307336" y="3048"/>
                  <a:pt x="2368296" y="0"/>
                </a:cubicBezTo>
                <a:cubicBezTo>
                  <a:pt x="2721743" y="37205"/>
                  <a:pt x="2396348" y="-26340"/>
                  <a:pt x="2642616" y="91440"/>
                </a:cubicBezTo>
                <a:cubicBezTo>
                  <a:pt x="2713480" y="125331"/>
                  <a:pt x="2826524" y="123508"/>
                  <a:pt x="2898648" y="128016"/>
                </a:cubicBezTo>
                <a:cubicBezTo>
                  <a:pt x="3149207" y="105238"/>
                  <a:pt x="2880820" y="140085"/>
                  <a:pt x="3063240" y="91440"/>
                </a:cubicBezTo>
                <a:cubicBezTo>
                  <a:pt x="3086984" y="85108"/>
                  <a:pt x="3112065" y="85771"/>
                  <a:pt x="3136392" y="82296"/>
                </a:cubicBezTo>
                <a:cubicBezTo>
                  <a:pt x="3165457" y="78144"/>
                  <a:pt x="3267733" y="59852"/>
                  <a:pt x="3282696" y="54864"/>
                </a:cubicBezTo>
                <a:lnTo>
                  <a:pt x="3310128" y="45720"/>
                </a:lnTo>
                <a:cubicBezTo>
                  <a:pt x="3334512" y="48768"/>
                  <a:pt x="3359103" y="50468"/>
                  <a:pt x="3383280" y="54864"/>
                </a:cubicBezTo>
                <a:cubicBezTo>
                  <a:pt x="3438873" y="64972"/>
                  <a:pt x="3393082" y="64008"/>
                  <a:pt x="3419856" y="64008"/>
                </a:cubicBezTo>
              </a:path>
            </a:pathLst>
          </a:cu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576717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6938F5-01B0-F17F-CF96-BCCC78004F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52" t="10321" r="5547" b="4651"/>
          <a:stretch>
            <a:fillRect/>
          </a:stretch>
        </p:blipFill>
        <p:spPr>
          <a:xfrm>
            <a:off x="432120" y="603217"/>
            <a:ext cx="10558462" cy="557212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</p:pic>
      <p:sp>
        <p:nvSpPr>
          <p:cNvPr id="5" name="Flowchart: Punched Tape 4">
            <a:extLst>
              <a:ext uri="{FF2B5EF4-FFF2-40B4-BE49-F238E27FC236}">
                <a16:creationId xmlns:a16="http://schemas.microsoft.com/office/drawing/2014/main" id="{42B71FC7-C4E1-9B8C-BCAF-2D1130B7B1A6}"/>
              </a:ext>
            </a:extLst>
          </p:cNvPr>
          <p:cNvSpPr/>
          <p:nvPr/>
        </p:nvSpPr>
        <p:spPr>
          <a:xfrm rot="11036048">
            <a:off x="5208873" y="2849262"/>
            <a:ext cx="281389" cy="607938"/>
          </a:xfrm>
          <a:prstGeom prst="flowChartPunchedTape">
            <a:avLst/>
          </a:prstGeom>
          <a:solidFill>
            <a:srgbClr val="CC33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Punched Tape 5">
            <a:extLst>
              <a:ext uri="{FF2B5EF4-FFF2-40B4-BE49-F238E27FC236}">
                <a16:creationId xmlns:a16="http://schemas.microsoft.com/office/drawing/2014/main" id="{E0315EF9-0535-E8B3-B379-8776AA782B4E}"/>
              </a:ext>
            </a:extLst>
          </p:cNvPr>
          <p:cNvSpPr/>
          <p:nvPr/>
        </p:nvSpPr>
        <p:spPr>
          <a:xfrm rot="11036048">
            <a:off x="1929309" y="3110166"/>
            <a:ext cx="133271" cy="386364"/>
          </a:xfrm>
          <a:prstGeom prst="flowChartPunchedTape">
            <a:avLst/>
          </a:prstGeom>
          <a:solidFill>
            <a:srgbClr val="CC33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EA4140D-5011-609D-129E-1138EFF1D175}"/>
              </a:ext>
            </a:extLst>
          </p:cNvPr>
          <p:cNvSpPr/>
          <p:nvPr/>
        </p:nvSpPr>
        <p:spPr>
          <a:xfrm>
            <a:off x="6330696" y="3340608"/>
            <a:ext cx="914400" cy="914400"/>
          </a:xfrm>
          <a:prstGeom prst="ellipse">
            <a:avLst/>
          </a:prstGeom>
          <a:solidFill>
            <a:srgbClr val="FF00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24373DA-F220-69CB-E5A8-14EAD36BBF3F}"/>
              </a:ext>
            </a:extLst>
          </p:cNvPr>
          <p:cNvSpPr/>
          <p:nvPr/>
        </p:nvSpPr>
        <p:spPr>
          <a:xfrm>
            <a:off x="6106668" y="3877056"/>
            <a:ext cx="448056" cy="46123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Magnetic Disk 39">
            <a:extLst>
              <a:ext uri="{FF2B5EF4-FFF2-40B4-BE49-F238E27FC236}">
                <a16:creationId xmlns:a16="http://schemas.microsoft.com/office/drawing/2014/main" id="{2FE2D5D5-D0EF-8D34-71FF-98E3395F6A58}"/>
              </a:ext>
            </a:extLst>
          </p:cNvPr>
          <p:cNvSpPr/>
          <p:nvPr/>
        </p:nvSpPr>
        <p:spPr>
          <a:xfrm rot="1903471">
            <a:off x="6367186" y="3902047"/>
            <a:ext cx="121569" cy="93307"/>
          </a:xfrm>
          <a:prstGeom prst="flowChartMagneticDisk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lowchart: Magnetic Disk 40">
            <a:extLst>
              <a:ext uri="{FF2B5EF4-FFF2-40B4-BE49-F238E27FC236}">
                <a16:creationId xmlns:a16="http://schemas.microsoft.com/office/drawing/2014/main" id="{98A4DA9D-6C03-04AA-B749-D9355A5426C6}"/>
              </a:ext>
            </a:extLst>
          </p:cNvPr>
          <p:cNvSpPr/>
          <p:nvPr/>
        </p:nvSpPr>
        <p:spPr>
          <a:xfrm rot="1903471">
            <a:off x="6957037" y="3299831"/>
            <a:ext cx="206639" cy="158314"/>
          </a:xfrm>
          <a:prstGeom prst="flowChartMagneticDisk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994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CE8B95-339F-0F36-2D69-8C18A7FFEF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33" t="10388" r="30070" b="6511"/>
          <a:stretch>
            <a:fillRect/>
          </a:stretch>
        </p:blipFill>
        <p:spPr>
          <a:xfrm>
            <a:off x="650240" y="833120"/>
            <a:ext cx="7792720" cy="5445760"/>
          </a:xfrm>
          <a:prstGeom prst="rect">
            <a:avLst/>
          </a:prstGeom>
        </p:spPr>
      </p:pic>
      <p:sp>
        <p:nvSpPr>
          <p:cNvPr id="6" name="Circle: Hollow 5">
            <a:extLst>
              <a:ext uri="{FF2B5EF4-FFF2-40B4-BE49-F238E27FC236}">
                <a16:creationId xmlns:a16="http://schemas.microsoft.com/office/drawing/2014/main" id="{AE9C2BCB-3611-5D8A-CC74-F9418310A3E6}"/>
              </a:ext>
            </a:extLst>
          </p:cNvPr>
          <p:cNvSpPr/>
          <p:nvPr/>
        </p:nvSpPr>
        <p:spPr>
          <a:xfrm>
            <a:off x="3991876" y="2256028"/>
            <a:ext cx="732523" cy="736092"/>
          </a:xfrm>
          <a:prstGeom prst="donu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302D950-0375-2373-1FD9-5C706023B26C}"/>
              </a:ext>
            </a:extLst>
          </p:cNvPr>
          <p:cNvSpPr/>
          <p:nvPr/>
        </p:nvSpPr>
        <p:spPr>
          <a:xfrm>
            <a:off x="4878832" y="3725672"/>
            <a:ext cx="3419856" cy="210312"/>
          </a:xfrm>
          <a:custGeom>
            <a:avLst/>
            <a:gdLst>
              <a:gd name="csX0" fmla="*/ 0 w 3419856"/>
              <a:gd name="csY0" fmla="*/ 109728 h 210312"/>
              <a:gd name="csX1" fmla="*/ 54864 w 3419856"/>
              <a:gd name="csY1" fmla="*/ 146304 h 210312"/>
              <a:gd name="csX2" fmla="*/ 283464 w 3419856"/>
              <a:gd name="csY2" fmla="*/ 210312 h 210312"/>
              <a:gd name="csX3" fmla="*/ 493776 w 3419856"/>
              <a:gd name="csY3" fmla="*/ 192024 h 210312"/>
              <a:gd name="csX4" fmla="*/ 621792 w 3419856"/>
              <a:gd name="csY4" fmla="*/ 155448 h 210312"/>
              <a:gd name="csX5" fmla="*/ 694944 w 3419856"/>
              <a:gd name="csY5" fmla="*/ 109728 h 210312"/>
              <a:gd name="csX6" fmla="*/ 841248 w 3419856"/>
              <a:gd name="csY6" fmla="*/ 54864 h 210312"/>
              <a:gd name="csX7" fmla="*/ 978408 w 3419856"/>
              <a:gd name="csY7" fmla="*/ 9144 h 210312"/>
              <a:gd name="csX8" fmla="*/ 1133856 w 3419856"/>
              <a:gd name="csY8" fmla="*/ 0 h 210312"/>
              <a:gd name="csX9" fmla="*/ 1207008 w 3419856"/>
              <a:gd name="csY9" fmla="*/ 27432 h 210312"/>
              <a:gd name="csX10" fmla="*/ 1344168 w 3419856"/>
              <a:gd name="csY10" fmla="*/ 109728 h 210312"/>
              <a:gd name="csX11" fmla="*/ 1417320 w 3419856"/>
              <a:gd name="csY11" fmla="*/ 128016 h 210312"/>
              <a:gd name="csX12" fmla="*/ 1472184 w 3419856"/>
              <a:gd name="csY12" fmla="*/ 146304 h 210312"/>
              <a:gd name="csX13" fmla="*/ 1581912 w 3419856"/>
              <a:gd name="csY13" fmla="*/ 155448 h 210312"/>
              <a:gd name="csX14" fmla="*/ 1856232 w 3419856"/>
              <a:gd name="csY14" fmla="*/ 137160 h 210312"/>
              <a:gd name="csX15" fmla="*/ 1993392 w 3419856"/>
              <a:gd name="csY15" fmla="*/ 73152 h 210312"/>
              <a:gd name="csX16" fmla="*/ 2084832 w 3419856"/>
              <a:gd name="csY16" fmla="*/ 45720 h 210312"/>
              <a:gd name="csX17" fmla="*/ 2185416 w 3419856"/>
              <a:gd name="csY17" fmla="*/ 9144 h 210312"/>
              <a:gd name="csX18" fmla="*/ 2368296 w 3419856"/>
              <a:gd name="csY18" fmla="*/ 0 h 210312"/>
              <a:gd name="csX19" fmla="*/ 2642616 w 3419856"/>
              <a:gd name="csY19" fmla="*/ 91440 h 210312"/>
              <a:gd name="csX20" fmla="*/ 2898648 w 3419856"/>
              <a:gd name="csY20" fmla="*/ 128016 h 210312"/>
              <a:gd name="csX21" fmla="*/ 3063240 w 3419856"/>
              <a:gd name="csY21" fmla="*/ 91440 h 210312"/>
              <a:gd name="csX22" fmla="*/ 3136392 w 3419856"/>
              <a:gd name="csY22" fmla="*/ 82296 h 210312"/>
              <a:gd name="csX23" fmla="*/ 3282696 w 3419856"/>
              <a:gd name="csY23" fmla="*/ 54864 h 210312"/>
              <a:gd name="csX24" fmla="*/ 3310128 w 3419856"/>
              <a:gd name="csY24" fmla="*/ 45720 h 210312"/>
              <a:gd name="csX25" fmla="*/ 3383280 w 3419856"/>
              <a:gd name="csY25" fmla="*/ 54864 h 210312"/>
              <a:gd name="csX26" fmla="*/ 3419856 w 3419856"/>
              <a:gd name="csY26" fmla="*/ 64008 h 2103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3419856" h="210312">
                <a:moveTo>
                  <a:pt x="0" y="109728"/>
                </a:moveTo>
                <a:cubicBezTo>
                  <a:pt x="18288" y="121920"/>
                  <a:pt x="34150" y="138954"/>
                  <a:pt x="54864" y="146304"/>
                </a:cubicBezTo>
                <a:cubicBezTo>
                  <a:pt x="129439" y="172766"/>
                  <a:pt x="283464" y="210312"/>
                  <a:pt x="283464" y="210312"/>
                </a:cubicBezTo>
                <a:cubicBezTo>
                  <a:pt x="304295" y="208923"/>
                  <a:pt x="450692" y="201816"/>
                  <a:pt x="493776" y="192024"/>
                </a:cubicBezTo>
                <a:cubicBezTo>
                  <a:pt x="537052" y="182189"/>
                  <a:pt x="579120" y="167640"/>
                  <a:pt x="621792" y="155448"/>
                </a:cubicBezTo>
                <a:cubicBezTo>
                  <a:pt x="646176" y="140208"/>
                  <a:pt x="669225" y="122588"/>
                  <a:pt x="694944" y="109728"/>
                </a:cubicBezTo>
                <a:cubicBezTo>
                  <a:pt x="774618" y="69891"/>
                  <a:pt x="772660" y="81244"/>
                  <a:pt x="841248" y="54864"/>
                </a:cubicBezTo>
                <a:cubicBezTo>
                  <a:pt x="899420" y="32490"/>
                  <a:pt x="914070" y="16865"/>
                  <a:pt x="978408" y="9144"/>
                </a:cubicBezTo>
                <a:cubicBezTo>
                  <a:pt x="1029944" y="2960"/>
                  <a:pt x="1082040" y="3048"/>
                  <a:pt x="1133856" y="0"/>
                </a:cubicBezTo>
                <a:cubicBezTo>
                  <a:pt x="1158240" y="9144"/>
                  <a:pt x="1183919" y="15386"/>
                  <a:pt x="1207008" y="27432"/>
                </a:cubicBezTo>
                <a:cubicBezTo>
                  <a:pt x="1254279" y="52095"/>
                  <a:pt x="1292442" y="96796"/>
                  <a:pt x="1344168" y="109728"/>
                </a:cubicBezTo>
                <a:cubicBezTo>
                  <a:pt x="1368552" y="115824"/>
                  <a:pt x="1393153" y="121111"/>
                  <a:pt x="1417320" y="128016"/>
                </a:cubicBezTo>
                <a:cubicBezTo>
                  <a:pt x="1435856" y="133312"/>
                  <a:pt x="1453169" y="143135"/>
                  <a:pt x="1472184" y="146304"/>
                </a:cubicBezTo>
                <a:cubicBezTo>
                  <a:pt x="1508387" y="152338"/>
                  <a:pt x="1545336" y="152400"/>
                  <a:pt x="1581912" y="155448"/>
                </a:cubicBezTo>
                <a:cubicBezTo>
                  <a:pt x="1673352" y="149352"/>
                  <a:pt x="1765372" y="149115"/>
                  <a:pt x="1856232" y="137160"/>
                </a:cubicBezTo>
                <a:cubicBezTo>
                  <a:pt x="1921159" y="128617"/>
                  <a:pt x="1936246" y="96683"/>
                  <a:pt x="1993392" y="73152"/>
                </a:cubicBezTo>
                <a:cubicBezTo>
                  <a:pt x="2022817" y="61036"/>
                  <a:pt x="2054643" y="55783"/>
                  <a:pt x="2084832" y="45720"/>
                </a:cubicBezTo>
                <a:cubicBezTo>
                  <a:pt x="2118677" y="34438"/>
                  <a:pt x="2150195" y="14825"/>
                  <a:pt x="2185416" y="9144"/>
                </a:cubicBezTo>
                <a:cubicBezTo>
                  <a:pt x="2245673" y="-575"/>
                  <a:pt x="2307336" y="3048"/>
                  <a:pt x="2368296" y="0"/>
                </a:cubicBezTo>
                <a:cubicBezTo>
                  <a:pt x="2721743" y="37205"/>
                  <a:pt x="2396348" y="-26340"/>
                  <a:pt x="2642616" y="91440"/>
                </a:cubicBezTo>
                <a:cubicBezTo>
                  <a:pt x="2713480" y="125331"/>
                  <a:pt x="2826524" y="123508"/>
                  <a:pt x="2898648" y="128016"/>
                </a:cubicBezTo>
                <a:cubicBezTo>
                  <a:pt x="3149207" y="105238"/>
                  <a:pt x="2880820" y="140085"/>
                  <a:pt x="3063240" y="91440"/>
                </a:cubicBezTo>
                <a:cubicBezTo>
                  <a:pt x="3086984" y="85108"/>
                  <a:pt x="3112065" y="85771"/>
                  <a:pt x="3136392" y="82296"/>
                </a:cubicBezTo>
                <a:cubicBezTo>
                  <a:pt x="3165457" y="78144"/>
                  <a:pt x="3267733" y="59852"/>
                  <a:pt x="3282696" y="54864"/>
                </a:cubicBezTo>
                <a:lnTo>
                  <a:pt x="3310128" y="45720"/>
                </a:lnTo>
                <a:cubicBezTo>
                  <a:pt x="3334512" y="48768"/>
                  <a:pt x="3359103" y="50468"/>
                  <a:pt x="3383280" y="54864"/>
                </a:cubicBezTo>
                <a:cubicBezTo>
                  <a:pt x="3438873" y="64972"/>
                  <a:pt x="3393082" y="64008"/>
                  <a:pt x="3419856" y="64008"/>
                </a:cubicBezTo>
              </a:path>
            </a:pathLst>
          </a:cu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A359046-4989-2024-FDD7-827C115FAA58}"/>
              </a:ext>
            </a:extLst>
          </p:cNvPr>
          <p:cNvSpPr/>
          <p:nvPr/>
        </p:nvSpPr>
        <p:spPr>
          <a:xfrm>
            <a:off x="1018094" y="4426178"/>
            <a:ext cx="2436787" cy="152400"/>
          </a:xfrm>
          <a:custGeom>
            <a:avLst/>
            <a:gdLst>
              <a:gd name="csX0" fmla="*/ 0 w 3419856"/>
              <a:gd name="csY0" fmla="*/ 109728 h 210312"/>
              <a:gd name="csX1" fmla="*/ 54864 w 3419856"/>
              <a:gd name="csY1" fmla="*/ 146304 h 210312"/>
              <a:gd name="csX2" fmla="*/ 283464 w 3419856"/>
              <a:gd name="csY2" fmla="*/ 210312 h 210312"/>
              <a:gd name="csX3" fmla="*/ 493776 w 3419856"/>
              <a:gd name="csY3" fmla="*/ 192024 h 210312"/>
              <a:gd name="csX4" fmla="*/ 621792 w 3419856"/>
              <a:gd name="csY4" fmla="*/ 155448 h 210312"/>
              <a:gd name="csX5" fmla="*/ 694944 w 3419856"/>
              <a:gd name="csY5" fmla="*/ 109728 h 210312"/>
              <a:gd name="csX6" fmla="*/ 841248 w 3419856"/>
              <a:gd name="csY6" fmla="*/ 54864 h 210312"/>
              <a:gd name="csX7" fmla="*/ 978408 w 3419856"/>
              <a:gd name="csY7" fmla="*/ 9144 h 210312"/>
              <a:gd name="csX8" fmla="*/ 1133856 w 3419856"/>
              <a:gd name="csY8" fmla="*/ 0 h 210312"/>
              <a:gd name="csX9" fmla="*/ 1207008 w 3419856"/>
              <a:gd name="csY9" fmla="*/ 27432 h 210312"/>
              <a:gd name="csX10" fmla="*/ 1344168 w 3419856"/>
              <a:gd name="csY10" fmla="*/ 109728 h 210312"/>
              <a:gd name="csX11" fmla="*/ 1417320 w 3419856"/>
              <a:gd name="csY11" fmla="*/ 128016 h 210312"/>
              <a:gd name="csX12" fmla="*/ 1472184 w 3419856"/>
              <a:gd name="csY12" fmla="*/ 146304 h 210312"/>
              <a:gd name="csX13" fmla="*/ 1581912 w 3419856"/>
              <a:gd name="csY13" fmla="*/ 155448 h 210312"/>
              <a:gd name="csX14" fmla="*/ 1856232 w 3419856"/>
              <a:gd name="csY14" fmla="*/ 137160 h 210312"/>
              <a:gd name="csX15" fmla="*/ 1993392 w 3419856"/>
              <a:gd name="csY15" fmla="*/ 73152 h 210312"/>
              <a:gd name="csX16" fmla="*/ 2084832 w 3419856"/>
              <a:gd name="csY16" fmla="*/ 45720 h 210312"/>
              <a:gd name="csX17" fmla="*/ 2185416 w 3419856"/>
              <a:gd name="csY17" fmla="*/ 9144 h 210312"/>
              <a:gd name="csX18" fmla="*/ 2368296 w 3419856"/>
              <a:gd name="csY18" fmla="*/ 0 h 210312"/>
              <a:gd name="csX19" fmla="*/ 2642616 w 3419856"/>
              <a:gd name="csY19" fmla="*/ 91440 h 210312"/>
              <a:gd name="csX20" fmla="*/ 2898648 w 3419856"/>
              <a:gd name="csY20" fmla="*/ 128016 h 210312"/>
              <a:gd name="csX21" fmla="*/ 3063240 w 3419856"/>
              <a:gd name="csY21" fmla="*/ 91440 h 210312"/>
              <a:gd name="csX22" fmla="*/ 3136392 w 3419856"/>
              <a:gd name="csY22" fmla="*/ 82296 h 210312"/>
              <a:gd name="csX23" fmla="*/ 3282696 w 3419856"/>
              <a:gd name="csY23" fmla="*/ 54864 h 210312"/>
              <a:gd name="csX24" fmla="*/ 3310128 w 3419856"/>
              <a:gd name="csY24" fmla="*/ 45720 h 210312"/>
              <a:gd name="csX25" fmla="*/ 3383280 w 3419856"/>
              <a:gd name="csY25" fmla="*/ 54864 h 210312"/>
              <a:gd name="csX26" fmla="*/ 3419856 w 3419856"/>
              <a:gd name="csY26" fmla="*/ 64008 h 2103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3419856" h="210312">
                <a:moveTo>
                  <a:pt x="0" y="109728"/>
                </a:moveTo>
                <a:cubicBezTo>
                  <a:pt x="18288" y="121920"/>
                  <a:pt x="34150" y="138954"/>
                  <a:pt x="54864" y="146304"/>
                </a:cubicBezTo>
                <a:cubicBezTo>
                  <a:pt x="129439" y="172766"/>
                  <a:pt x="283464" y="210312"/>
                  <a:pt x="283464" y="210312"/>
                </a:cubicBezTo>
                <a:cubicBezTo>
                  <a:pt x="304295" y="208923"/>
                  <a:pt x="450692" y="201816"/>
                  <a:pt x="493776" y="192024"/>
                </a:cubicBezTo>
                <a:cubicBezTo>
                  <a:pt x="537052" y="182189"/>
                  <a:pt x="579120" y="167640"/>
                  <a:pt x="621792" y="155448"/>
                </a:cubicBezTo>
                <a:cubicBezTo>
                  <a:pt x="646176" y="140208"/>
                  <a:pt x="669225" y="122588"/>
                  <a:pt x="694944" y="109728"/>
                </a:cubicBezTo>
                <a:cubicBezTo>
                  <a:pt x="774618" y="69891"/>
                  <a:pt x="772660" y="81244"/>
                  <a:pt x="841248" y="54864"/>
                </a:cubicBezTo>
                <a:cubicBezTo>
                  <a:pt x="899420" y="32490"/>
                  <a:pt x="914070" y="16865"/>
                  <a:pt x="978408" y="9144"/>
                </a:cubicBezTo>
                <a:cubicBezTo>
                  <a:pt x="1029944" y="2960"/>
                  <a:pt x="1082040" y="3048"/>
                  <a:pt x="1133856" y="0"/>
                </a:cubicBezTo>
                <a:cubicBezTo>
                  <a:pt x="1158240" y="9144"/>
                  <a:pt x="1183919" y="15386"/>
                  <a:pt x="1207008" y="27432"/>
                </a:cubicBezTo>
                <a:cubicBezTo>
                  <a:pt x="1254279" y="52095"/>
                  <a:pt x="1292442" y="96796"/>
                  <a:pt x="1344168" y="109728"/>
                </a:cubicBezTo>
                <a:cubicBezTo>
                  <a:pt x="1368552" y="115824"/>
                  <a:pt x="1393153" y="121111"/>
                  <a:pt x="1417320" y="128016"/>
                </a:cubicBezTo>
                <a:cubicBezTo>
                  <a:pt x="1435856" y="133312"/>
                  <a:pt x="1453169" y="143135"/>
                  <a:pt x="1472184" y="146304"/>
                </a:cubicBezTo>
                <a:cubicBezTo>
                  <a:pt x="1508387" y="152338"/>
                  <a:pt x="1545336" y="152400"/>
                  <a:pt x="1581912" y="155448"/>
                </a:cubicBezTo>
                <a:cubicBezTo>
                  <a:pt x="1673352" y="149352"/>
                  <a:pt x="1765372" y="149115"/>
                  <a:pt x="1856232" y="137160"/>
                </a:cubicBezTo>
                <a:cubicBezTo>
                  <a:pt x="1921159" y="128617"/>
                  <a:pt x="1936246" y="96683"/>
                  <a:pt x="1993392" y="73152"/>
                </a:cubicBezTo>
                <a:cubicBezTo>
                  <a:pt x="2022817" y="61036"/>
                  <a:pt x="2054643" y="55783"/>
                  <a:pt x="2084832" y="45720"/>
                </a:cubicBezTo>
                <a:cubicBezTo>
                  <a:pt x="2118677" y="34438"/>
                  <a:pt x="2150195" y="14825"/>
                  <a:pt x="2185416" y="9144"/>
                </a:cubicBezTo>
                <a:cubicBezTo>
                  <a:pt x="2245673" y="-575"/>
                  <a:pt x="2307336" y="3048"/>
                  <a:pt x="2368296" y="0"/>
                </a:cubicBezTo>
                <a:cubicBezTo>
                  <a:pt x="2721743" y="37205"/>
                  <a:pt x="2396348" y="-26340"/>
                  <a:pt x="2642616" y="91440"/>
                </a:cubicBezTo>
                <a:cubicBezTo>
                  <a:pt x="2713480" y="125331"/>
                  <a:pt x="2826524" y="123508"/>
                  <a:pt x="2898648" y="128016"/>
                </a:cubicBezTo>
                <a:cubicBezTo>
                  <a:pt x="3149207" y="105238"/>
                  <a:pt x="2880820" y="140085"/>
                  <a:pt x="3063240" y="91440"/>
                </a:cubicBezTo>
                <a:cubicBezTo>
                  <a:pt x="3086984" y="85108"/>
                  <a:pt x="3112065" y="85771"/>
                  <a:pt x="3136392" y="82296"/>
                </a:cubicBezTo>
                <a:cubicBezTo>
                  <a:pt x="3165457" y="78144"/>
                  <a:pt x="3267733" y="59852"/>
                  <a:pt x="3282696" y="54864"/>
                </a:cubicBezTo>
                <a:lnTo>
                  <a:pt x="3310128" y="45720"/>
                </a:lnTo>
                <a:cubicBezTo>
                  <a:pt x="3334512" y="48768"/>
                  <a:pt x="3359103" y="50468"/>
                  <a:pt x="3383280" y="54864"/>
                </a:cubicBezTo>
                <a:cubicBezTo>
                  <a:pt x="3438873" y="64972"/>
                  <a:pt x="3393082" y="64008"/>
                  <a:pt x="3419856" y="64008"/>
                </a:cubicBezTo>
              </a:path>
            </a:pathLst>
          </a:cu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028607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513CDC-F4E8-8F70-848C-8C7803FCC3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167" t="19380" r="5167" b="4806"/>
          <a:stretch>
            <a:fillRect/>
          </a:stretch>
        </p:blipFill>
        <p:spPr>
          <a:xfrm>
            <a:off x="104434" y="399288"/>
            <a:ext cx="10444480" cy="50800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3B75279F-161F-1640-35B5-B613A9942F00}"/>
              </a:ext>
            </a:extLst>
          </p:cNvPr>
          <p:cNvGrpSpPr/>
          <p:nvPr/>
        </p:nvGrpSpPr>
        <p:grpSpPr>
          <a:xfrm rot="20937132">
            <a:off x="2239528" y="3866362"/>
            <a:ext cx="5727482" cy="251612"/>
            <a:chOff x="426720" y="1382983"/>
            <a:chExt cx="11013440" cy="673732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C710AA8-0B36-EA15-548F-E7A4002AA0E5}"/>
                </a:ext>
              </a:extLst>
            </p:cNvPr>
            <p:cNvSpPr/>
            <p:nvPr/>
          </p:nvSpPr>
          <p:spPr>
            <a:xfrm>
              <a:off x="426720" y="1473200"/>
              <a:ext cx="11013440" cy="497840"/>
            </a:xfrm>
            <a:custGeom>
              <a:avLst/>
              <a:gdLst>
                <a:gd name="csX0" fmla="*/ 0 w 11013440"/>
                <a:gd name="csY0" fmla="*/ 335280 h 497840"/>
                <a:gd name="csX1" fmla="*/ 50800 w 11013440"/>
                <a:gd name="csY1" fmla="*/ 386080 h 497840"/>
                <a:gd name="csX2" fmla="*/ 487680 w 11013440"/>
                <a:gd name="csY2" fmla="*/ 497840 h 497840"/>
                <a:gd name="csX3" fmla="*/ 629920 w 11013440"/>
                <a:gd name="csY3" fmla="*/ 487680 h 497840"/>
                <a:gd name="csX4" fmla="*/ 1300480 w 11013440"/>
                <a:gd name="csY4" fmla="*/ 304800 h 497840"/>
                <a:gd name="csX5" fmla="*/ 1554480 w 11013440"/>
                <a:gd name="csY5" fmla="*/ 254000 h 497840"/>
                <a:gd name="csX6" fmla="*/ 1788160 w 11013440"/>
                <a:gd name="csY6" fmla="*/ 233680 h 497840"/>
                <a:gd name="csX7" fmla="*/ 1879600 w 11013440"/>
                <a:gd name="csY7" fmla="*/ 223520 h 497840"/>
                <a:gd name="csX8" fmla="*/ 1971040 w 11013440"/>
                <a:gd name="csY8" fmla="*/ 233680 h 497840"/>
                <a:gd name="csX9" fmla="*/ 2133600 w 11013440"/>
                <a:gd name="csY9" fmla="*/ 345440 h 497840"/>
                <a:gd name="csX10" fmla="*/ 2225040 w 11013440"/>
                <a:gd name="csY10" fmla="*/ 396240 h 497840"/>
                <a:gd name="csX11" fmla="*/ 2519680 w 11013440"/>
                <a:gd name="csY11" fmla="*/ 457200 h 497840"/>
                <a:gd name="csX12" fmla="*/ 3891280 w 11013440"/>
                <a:gd name="csY12" fmla="*/ 355600 h 497840"/>
                <a:gd name="csX13" fmla="*/ 4307840 w 11013440"/>
                <a:gd name="csY13" fmla="*/ 172720 h 497840"/>
                <a:gd name="csX14" fmla="*/ 4927600 w 11013440"/>
                <a:gd name="csY14" fmla="*/ 142240 h 497840"/>
                <a:gd name="csX15" fmla="*/ 5364480 w 11013440"/>
                <a:gd name="csY15" fmla="*/ 172720 h 497840"/>
                <a:gd name="csX16" fmla="*/ 5516880 w 11013440"/>
                <a:gd name="csY16" fmla="*/ 325120 h 497840"/>
                <a:gd name="csX17" fmla="*/ 5943600 w 11013440"/>
                <a:gd name="csY17" fmla="*/ 416560 h 497840"/>
                <a:gd name="csX18" fmla="*/ 6563360 w 11013440"/>
                <a:gd name="csY18" fmla="*/ 365760 h 497840"/>
                <a:gd name="csX19" fmla="*/ 6868160 w 11013440"/>
                <a:gd name="csY19" fmla="*/ 335280 h 497840"/>
                <a:gd name="csX20" fmla="*/ 7132320 w 11013440"/>
                <a:gd name="csY20" fmla="*/ 243840 h 497840"/>
                <a:gd name="csX21" fmla="*/ 7518400 w 11013440"/>
                <a:gd name="csY21" fmla="*/ 121920 h 497840"/>
                <a:gd name="csX22" fmla="*/ 8036560 w 11013440"/>
                <a:gd name="csY22" fmla="*/ 0 h 497840"/>
                <a:gd name="csX23" fmla="*/ 8686800 w 11013440"/>
                <a:gd name="csY23" fmla="*/ 50800 h 497840"/>
                <a:gd name="csX24" fmla="*/ 8808720 w 11013440"/>
                <a:gd name="csY24" fmla="*/ 142240 h 497840"/>
                <a:gd name="csX25" fmla="*/ 9083040 w 11013440"/>
                <a:gd name="csY25" fmla="*/ 284480 h 497840"/>
                <a:gd name="csX26" fmla="*/ 9733280 w 11013440"/>
                <a:gd name="csY26" fmla="*/ 406400 h 497840"/>
                <a:gd name="csX27" fmla="*/ 10251440 w 11013440"/>
                <a:gd name="csY27" fmla="*/ 355600 h 497840"/>
                <a:gd name="csX28" fmla="*/ 10820400 w 11013440"/>
                <a:gd name="csY28" fmla="*/ 243840 h 497840"/>
                <a:gd name="csX29" fmla="*/ 10962640 w 11013440"/>
                <a:gd name="csY29" fmla="*/ 203200 h 497840"/>
                <a:gd name="csX30" fmla="*/ 11013440 w 11013440"/>
                <a:gd name="csY30" fmla="*/ 162560 h 4978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1013440" h="497840">
                  <a:moveTo>
                    <a:pt x="0" y="335280"/>
                  </a:moveTo>
                  <a:cubicBezTo>
                    <a:pt x="16933" y="352213"/>
                    <a:pt x="30115" y="374014"/>
                    <a:pt x="50800" y="386080"/>
                  </a:cubicBezTo>
                  <a:cubicBezTo>
                    <a:pt x="259053" y="507561"/>
                    <a:pt x="239896" y="477191"/>
                    <a:pt x="487680" y="497840"/>
                  </a:cubicBezTo>
                  <a:cubicBezTo>
                    <a:pt x="535093" y="494453"/>
                    <a:pt x="583069" y="495712"/>
                    <a:pt x="629920" y="487680"/>
                  </a:cubicBezTo>
                  <a:cubicBezTo>
                    <a:pt x="895923" y="442080"/>
                    <a:pt x="993662" y="366164"/>
                    <a:pt x="1300480" y="304800"/>
                  </a:cubicBezTo>
                  <a:cubicBezTo>
                    <a:pt x="1385147" y="287867"/>
                    <a:pt x="1469040" y="266460"/>
                    <a:pt x="1554480" y="254000"/>
                  </a:cubicBezTo>
                  <a:cubicBezTo>
                    <a:pt x="1631849" y="242717"/>
                    <a:pt x="1710314" y="240978"/>
                    <a:pt x="1788160" y="233680"/>
                  </a:cubicBezTo>
                  <a:cubicBezTo>
                    <a:pt x="1818694" y="230817"/>
                    <a:pt x="1849120" y="226907"/>
                    <a:pt x="1879600" y="223520"/>
                  </a:cubicBezTo>
                  <a:cubicBezTo>
                    <a:pt x="1910080" y="226907"/>
                    <a:pt x="1941619" y="225027"/>
                    <a:pt x="1971040" y="233680"/>
                  </a:cubicBezTo>
                  <a:cubicBezTo>
                    <a:pt x="2063747" y="260947"/>
                    <a:pt x="2054213" y="289402"/>
                    <a:pt x="2133600" y="345440"/>
                  </a:cubicBezTo>
                  <a:cubicBezTo>
                    <a:pt x="2162086" y="365548"/>
                    <a:pt x="2193559" y="381249"/>
                    <a:pt x="2225040" y="396240"/>
                  </a:cubicBezTo>
                  <a:cubicBezTo>
                    <a:pt x="2375216" y="467752"/>
                    <a:pt x="2335732" y="446380"/>
                    <a:pt x="2519680" y="457200"/>
                  </a:cubicBezTo>
                  <a:cubicBezTo>
                    <a:pt x="2989936" y="450284"/>
                    <a:pt x="3429155" y="471131"/>
                    <a:pt x="3891280" y="355600"/>
                  </a:cubicBezTo>
                  <a:cubicBezTo>
                    <a:pt x="4038398" y="318821"/>
                    <a:pt x="4156378" y="180169"/>
                    <a:pt x="4307840" y="172720"/>
                  </a:cubicBezTo>
                  <a:lnTo>
                    <a:pt x="4927600" y="142240"/>
                  </a:lnTo>
                  <a:cubicBezTo>
                    <a:pt x="5073227" y="152400"/>
                    <a:pt x="5225059" y="129451"/>
                    <a:pt x="5364480" y="172720"/>
                  </a:cubicBezTo>
                  <a:cubicBezTo>
                    <a:pt x="5433094" y="194014"/>
                    <a:pt x="5451778" y="294739"/>
                    <a:pt x="5516880" y="325120"/>
                  </a:cubicBezTo>
                  <a:cubicBezTo>
                    <a:pt x="5752368" y="435015"/>
                    <a:pt x="5613374" y="392099"/>
                    <a:pt x="5943600" y="416560"/>
                  </a:cubicBezTo>
                  <a:lnTo>
                    <a:pt x="6563360" y="365760"/>
                  </a:lnTo>
                  <a:cubicBezTo>
                    <a:pt x="6665074" y="356818"/>
                    <a:pt x="6767563" y="352775"/>
                    <a:pt x="6868160" y="335280"/>
                  </a:cubicBezTo>
                  <a:cubicBezTo>
                    <a:pt x="6994388" y="313327"/>
                    <a:pt x="7023722" y="280039"/>
                    <a:pt x="7132320" y="243840"/>
                  </a:cubicBezTo>
                  <a:cubicBezTo>
                    <a:pt x="7260352" y="201163"/>
                    <a:pt x="7387472" y="154652"/>
                    <a:pt x="7518400" y="121920"/>
                  </a:cubicBezTo>
                  <a:cubicBezTo>
                    <a:pt x="7934419" y="17915"/>
                    <a:pt x="7760928" y="55126"/>
                    <a:pt x="8036560" y="0"/>
                  </a:cubicBezTo>
                  <a:cubicBezTo>
                    <a:pt x="8253307" y="16933"/>
                    <a:pt x="8472990" y="11414"/>
                    <a:pt x="8686800" y="50800"/>
                  </a:cubicBezTo>
                  <a:cubicBezTo>
                    <a:pt x="8736759" y="60003"/>
                    <a:pt x="8764963" y="116434"/>
                    <a:pt x="8808720" y="142240"/>
                  </a:cubicBezTo>
                  <a:cubicBezTo>
                    <a:pt x="8897442" y="194563"/>
                    <a:pt x="8982733" y="261075"/>
                    <a:pt x="9083040" y="284480"/>
                  </a:cubicBezTo>
                  <a:cubicBezTo>
                    <a:pt x="9501181" y="382046"/>
                    <a:pt x="9284621" y="340421"/>
                    <a:pt x="9733280" y="406400"/>
                  </a:cubicBezTo>
                  <a:cubicBezTo>
                    <a:pt x="9990459" y="386617"/>
                    <a:pt x="9998594" y="389768"/>
                    <a:pt x="10251440" y="355600"/>
                  </a:cubicBezTo>
                  <a:cubicBezTo>
                    <a:pt x="10399906" y="335537"/>
                    <a:pt x="10788854" y="250278"/>
                    <a:pt x="10820400" y="243840"/>
                  </a:cubicBezTo>
                  <a:cubicBezTo>
                    <a:pt x="10881568" y="231357"/>
                    <a:pt x="10894144" y="231740"/>
                    <a:pt x="10962640" y="203200"/>
                  </a:cubicBezTo>
                  <a:cubicBezTo>
                    <a:pt x="10984612" y="194045"/>
                    <a:pt x="10997413" y="178587"/>
                    <a:pt x="11013440" y="162560"/>
                  </a:cubicBezTo>
                </a:path>
              </a:pathLst>
            </a:custGeom>
            <a:noFill/>
            <a:ln w="5715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D16E392-73FA-7492-E07C-9445ED2DBEF6}"/>
                </a:ext>
              </a:extLst>
            </p:cNvPr>
            <p:cNvSpPr/>
            <p:nvPr/>
          </p:nvSpPr>
          <p:spPr>
            <a:xfrm rot="1052950" flipH="1">
              <a:off x="710297" y="1981823"/>
              <a:ext cx="83085" cy="74892"/>
            </a:xfrm>
            <a:prstGeom prst="ellipse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597A20A-96B4-F351-B6FF-A483656E40AB}"/>
                </a:ext>
              </a:extLst>
            </p:cNvPr>
            <p:cNvSpPr/>
            <p:nvPr/>
          </p:nvSpPr>
          <p:spPr>
            <a:xfrm rot="1052950" flipH="1">
              <a:off x="1167498" y="1889905"/>
              <a:ext cx="83085" cy="74892"/>
            </a:xfrm>
            <a:prstGeom prst="ellipse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251EF5E-5C52-3816-7614-F4E627AEEA17}"/>
                </a:ext>
              </a:extLst>
            </p:cNvPr>
            <p:cNvSpPr/>
            <p:nvPr/>
          </p:nvSpPr>
          <p:spPr>
            <a:xfrm rot="1052950" flipH="1">
              <a:off x="2185062" y="1732901"/>
              <a:ext cx="83085" cy="74892"/>
            </a:xfrm>
            <a:prstGeom prst="ellipse">
              <a:avLst/>
            </a:prstGeom>
            <a:solidFill>
              <a:srgbClr val="00B0F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52470D6-3B0B-7C58-DEB6-FEA51A51F199}"/>
                </a:ext>
              </a:extLst>
            </p:cNvPr>
            <p:cNvSpPr/>
            <p:nvPr/>
          </p:nvSpPr>
          <p:spPr>
            <a:xfrm rot="1052950" flipH="1">
              <a:off x="1659592" y="1702897"/>
              <a:ext cx="83085" cy="74892"/>
            </a:xfrm>
            <a:prstGeom prst="ellipse">
              <a:avLst/>
            </a:prstGeom>
            <a:solidFill>
              <a:srgbClr val="FFC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3DDA6A2-C776-A145-7B18-67CEB2537C8A}"/>
                </a:ext>
              </a:extLst>
            </p:cNvPr>
            <p:cNvSpPr/>
            <p:nvPr/>
          </p:nvSpPr>
          <p:spPr>
            <a:xfrm rot="1052950" flipH="1">
              <a:off x="3272748" y="1829361"/>
              <a:ext cx="83085" cy="74892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491A2CD-3723-8379-72F3-820EC169F2BF}"/>
                </a:ext>
              </a:extLst>
            </p:cNvPr>
            <p:cNvSpPr/>
            <p:nvPr/>
          </p:nvSpPr>
          <p:spPr>
            <a:xfrm rot="1052950" flipH="1">
              <a:off x="2541327" y="1732902"/>
              <a:ext cx="83085" cy="74892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976339D-B930-5A05-8295-3FCE5F84145F}"/>
                </a:ext>
              </a:extLst>
            </p:cNvPr>
            <p:cNvSpPr/>
            <p:nvPr/>
          </p:nvSpPr>
          <p:spPr>
            <a:xfrm rot="1052950" flipH="1">
              <a:off x="2813416" y="1968613"/>
              <a:ext cx="83085" cy="7489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46B2CE9-D8E1-62B1-CF89-F5EF45842205}"/>
                </a:ext>
              </a:extLst>
            </p:cNvPr>
            <p:cNvSpPr/>
            <p:nvPr/>
          </p:nvSpPr>
          <p:spPr>
            <a:xfrm rot="1052950" flipH="1">
              <a:off x="3724769" y="1933593"/>
              <a:ext cx="83085" cy="74892"/>
            </a:xfrm>
            <a:prstGeom prst="ellipse">
              <a:avLst/>
            </a:prstGeom>
            <a:solidFill>
              <a:schemeClr val="accent4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8D82B63-FCBA-DDB6-9780-BD1E2E740919}"/>
                </a:ext>
              </a:extLst>
            </p:cNvPr>
            <p:cNvSpPr/>
            <p:nvPr/>
          </p:nvSpPr>
          <p:spPr>
            <a:xfrm rot="1052950" flipH="1">
              <a:off x="4120191" y="1782626"/>
              <a:ext cx="83085" cy="74892"/>
            </a:xfrm>
            <a:prstGeom prst="ellipse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AA291F2-4382-0EBE-6B69-1B5470D0B589}"/>
                </a:ext>
              </a:extLst>
            </p:cNvPr>
            <p:cNvSpPr/>
            <p:nvPr/>
          </p:nvSpPr>
          <p:spPr>
            <a:xfrm rot="1052950" flipH="1">
              <a:off x="4565097" y="1692262"/>
              <a:ext cx="83085" cy="74892"/>
            </a:xfrm>
            <a:prstGeom prst="ellipse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92CB0AC-6801-7A6E-5617-D6C741352B1B}"/>
                </a:ext>
              </a:extLst>
            </p:cNvPr>
            <p:cNvSpPr/>
            <p:nvPr/>
          </p:nvSpPr>
          <p:spPr>
            <a:xfrm rot="1052950" flipH="1">
              <a:off x="4867769" y="1572912"/>
              <a:ext cx="83085" cy="74892"/>
            </a:xfrm>
            <a:prstGeom prst="ellipse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C6A7500-B096-9EDC-321D-80AF43A83C74}"/>
                </a:ext>
              </a:extLst>
            </p:cNvPr>
            <p:cNvSpPr/>
            <p:nvPr/>
          </p:nvSpPr>
          <p:spPr>
            <a:xfrm rot="1052950" flipH="1">
              <a:off x="8315056" y="1382983"/>
              <a:ext cx="83085" cy="74892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3065AAB-455D-49BB-4399-FA2B4EE0592F}"/>
                </a:ext>
              </a:extLst>
            </p:cNvPr>
            <p:cNvSpPr/>
            <p:nvPr/>
          </p:nvSpPr>
          <p:spPr>
            <a:xfrm rot="1052950" flipH="1">
              <a:off x="7974107" y="1587015"/>
              <a:ext cx="83085" cy="7489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DC5427E-FB02-F464-D49E-E9232EBF7C75}"/>
                </a:ext>
              </a:extLst>
            </p:cNvPr>
            <p:cNvSpPr/>
            <p:nvPr/>
          </p:nvSpPr>
          <p:spPr>
            <a:xfrm rot="1052950" flipH="1">
              <a:off x="7492920" y="1661183"/>
              <a:ext cx="83085" cy="74892"/>
            </a:xfrm>
            <a:prstGeom prst="ellipse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B8D873E-3DE9-C96D-E3E1-A16B0A208148}"/>
                </a:ext>
              </a:extLst>
            </p:cNvPr>
            <p:cNvSpPr/>
            <p:nvPr/>
          </p:nvSpPr>
          <p:spPr>
            <a:xfrm rot="1052950" flipH="1">
              <a:off x="7033323" y="1829362"/>
              <a:ext cx="83085" cy="74892"/>
            </a:xfrm>
            <a:prstGeom prst="ellipse">
              <a:avLst/>
            </a:prstGeom>
            <a:solidFill>
              <a:schemeClr val="accent2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3AD13D4-1D57-0FBF-70DC-E5E360677AB2}"/>
                </a:ext>
              </a:extLst>
            </p:cNvPr>
            <p:cNvSpPr/>
            <p:nvPr/>
          </p:nvSpPr>
          <p:spPr>
            <a:xfrm rot="1052950" flipH="1">
              <a:off x="6441143" y="1839998"/>
              <a:ext cx="83085" cy="74892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A7DA7C4-BCCF-F373-1539-030CBF33868A}"/>
                </a:ext>
              </a:extLst>
            </p:cNvPr>
            <p:cNvSpPr/>
            <p:nvPr/>
          </p:nvSpPr>
          <p:spPr>
            <a:xfrm rot="1052950" flipH="1">
              <a:off x="5738184" y="1543926"/>
              <a:ext cx="83085" cy="74892"/>
            </a:xfrm>
            <a:prstGeom prst="ellipse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5636C90-E955-9D41-BFA9-07D19064ACF4}"/>
                </a:ext>
              </a:extLst>
            </p:cNvPr>
            <p:cNvSpPr/>
            <p:nvPr/>
          </p:nvSpPr>
          <p:spPr>
            <a:xfrm rot="1052950" flipH="1">
              <a:off x="5206097" y="1602854"/>
              <a:ext cx="83085" cy="74892"/>
            </a:xfrm>
            <a:prstGeom prst="ellipse">
              <a:avLst/>
            </a:prstGeom>
            <a:solidFill>
              <a:schemeClr val="accent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51E27A5-D533-C054-54F5-017845AC6877}"/>
                </a:ext>
              </a:extLst>
            </p:cNvPr>
            <p:cNvSpPr/>
            <p:nvPr/>
          </p:nvSpPr>
          <p:spPr>
            <a:xfrm rot="1052950" flipH="1">
              <a:off x="6015176" y="1813997"/>
              <a:ext cx="83085" cy="74892"/>
            </a:xfrm>
            <a:prstGeom prst="ellipse">
              <a:avLst/>
            </a:prstGeom>
            <a:solidFill>
              <a:schemeClr val="accent4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8729351-4C53-6EEC-5B72-0CFCC561792E}"/>
                </a:ext>
              </a:extLst>
            </p:cNvPr>
            <p:cNvSpPr/>
            <p:nvPr/>
          </p:nvSpPr>
          <p:spPr>
            <a:xfrm rot="1052950" flipH="1">
              <a:off x="9728843" y="1685566"/>
              <a:ext cx="83085" cy="74892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543D1FDA-0F8E-CF2E-B876-4BB02EC8374A}"/>
                </a:ext>
              </a:extLst>
            </p:cNvPr>
            <p:cNvSpPr/>
            <p:nvPr/>
          </p:nvSpPr>
          <p:spPr>
            <a:xfrm rot="1052950" flipH="1">
              <a:off x="8639059" y="1512489"/>
              <a:ext cx="83085" cy="74892"/>
            </a:xfrm>
            <a:prstGeom prst="ellipse">
              <a:avLst/>
            </a:prstGeom>
            <a:solidFill>
              <a:srgbClr val="FFFF00"/>
            </a:solidFill>
            <a:ln w="3175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F711BFB-F609-2298-4767-9001A035D988}"/>
                </a:ext>
              </a:extLst>
            </p:cNvPr>
            <p:cNvSpPr/>
            <p:nvPr/>
          </p:nvSpPr>
          <p:spPr>
            <a:xfrm rot="1052950" flipH="1">
              <a:off x="9369420" y="1713059"/>
              <a:ext cx="83085" cy="74892"/>
            </a:xfrm>
            <a:prstGeom prst="ellipse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645CDE69-984F-CA9E-BC17-989B0C9921EE}"/>
                </a:ext>
              </a:extLst>
            </p:cNvPr>
            <p:cNvSpPr/>
            <p:nvPr/>
          </p:nvSpPr>
          <p:spPr>
            <a:xfrm rot="1052950" flipH="1">
              <a:off x="9064865" y="1431213"/>
              <a:ext cx="83085" cy="74892"/>
            </a:xfrm>
            <a:prstGeom prst="ellipse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8FB7AE56-1B95-AC0D-58B3-019E0028B456}"/>
                </a:ext>
              </a:extLst>
            </p:cNvPr>
            <p:cNvSpPr/>
            <p:nvPr/>
          </p:nvSpPr>
          <p:spPr>
            <a:xfrm rot="1052950" flipH="1">
              <a:off x="11196748" y="1757643"/>
              <a:ext cx="83085" cy="7489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D820AA3-DFC4-5125-845B-149D2465972D}"/>
                </a:ext>
              </a:extLst>
            </p:cNvPr>
            <p:cNvSpPr/>
            <p:nvPr/>
          </p:nvSpPr>
          <p:spPr>
            <a:xfrm rot="1052950" flipH="1">
              <a:off x="10127701" y="1839997"/>
              <a:ext cx="83085" cy="74892"/>
            </a:xfrm>
            <a:prstGeom prst="ellipse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C7C4D73-5591-95B0-3AE2-0AAE2FA24500}"/>
                </a:ext>
              </a:extLst>
            </p:cNvPr>
            <p:cNvSpPr/>
            <p:nvPr/>
          </p:nvSpPr>
          <p:spPr>
            <a:xfrm rot="1052950" flipH="1">
              <a:off x="10618080" y="1740493"/>
              <a:ext cx="83085" cy="74892"/>
            </a:xfrm>
            <a:prstGeom prst="ellipse">
              <a:avLst/>
            </a:prstGeom>
            <a:solidFill>
              <a:schemeClr val="accent2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Circle: Hollow 35">
            <a:extLst>
              <a:ext uri="{FF2B5EF4-FFF2-40B4-BE49-F238E27FC236}">
                <a16:creationId xmlns:a16="http://schemas.microsoft.com/office/drawing/2014/main" id="{C482656E-EDB2-A4FA-CC3A-43D4E9B4CFBF}"/>
              </a:ext>
            </a:extLst>
          </p:cNvPr>
          <p:cNvSpPr/>
          <p:nvPr/>
        </p:nvSpPr>
        <p:spPr>
          <a:xfrm>
            <a:off x="8494775" y="2706624"/>
            <a:ext cx="207263" cy="232664"/>
          </a:xfrm>
          <a:prstGeom prst="donu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Flowchart: Punched Tape 37">
            <a:extLst>
              <a:ext uri="{FF2B5EF4-FFF2-40B4-BE49-F238E27FC236}">
                <a16:creationId xmlns:a16="http://schemas.microsoft.com/office/drawing/2014/main" id="{D03777E5-973A-021F-6614-FB4D6715B8A5}"/>
              </a:ext>
            </a:extLst>
          </p:cNvPr>
          <p:cNvSpPr/>
          <p:nvPr/>
        </p:nvSpPr>
        <p:spPr>
          <a:xfrm rot="11036048">
            <a:off x="841178" y="1777678"/>
            <a:ext cx="281389" cy="607938"/>
          </a:xfrm>
          <a:prstGeom prst="flowChartPunchedTape">
            <a:avLst/>
          </a:prstGeom>
          <a:solidFill>
            <a:srgbClr val="CC33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lowchart: Punched Tape 38">
            <a:extLst>
              <a:ext uri="{FF2B5EF4-FFF2-40B4-BE49-F238E27FC236}">
                <a16:creationId xmlns:a16="http://schemas.microsoft.com/office/drawing/2014/main" id="{2DBE2AED-2757-1ED3-3EBB-B02280BC22AA}"/>
              </a:ext>
            </a:extLst>
          </p:cNvPr>
          <p:cNvSpPr/>
          <p:nvPr/>
        </p:nvSpPr>
        <p:spPr>
          <a:xfrm rot="11036048">
            <a:off x="7735480" y="2942079"/>
            <a:ext cx="89199" cy="227080"/>
          </a:xfrm>
          <a:prstGeom prst="flowChartPunchedTape">
            <a:avLst/>
          </a:prstGeom>
          <a:solidFill>
            <a:srgbClr val="CC33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497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E37E57-B45B-D9B0-1706-3EC7DD0905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25" t="31163" r="5900" b="18760"/>
          <a:stretch>
            <a:fillRect/>
          </a:stretch>
        </p:blipFill>
        <p:spPr>
          <a:xfrm>
            <a:off x="426720" y="264160"/>
            <a:ext cx="10957560" cy="32816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1421C0-54C9-7FB6-FFD9-9F5D6651C7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853" b="30698"/>
          <a:stretch>
            <a:fillRect/>
          </a:stretch>
        </p:blipFill>
        <p:spPr>
          <a:xfrm>
            <a:off x="506257" y="3664658"/>
            <a:ext cx="10957560" cy="251968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63388931-B27B-F6F7-2BD6-293114282C8E}"/>
              </a:ext>
            </a:extLst>
          </p:cNvPr>
          <p:cNvGrpSpPr/>
          <p:nvPr/>
        </p:nvGrpSpPr>
        <p:grpSpPr>
          <a:xfrm>
            <a:off x="4937760" y="1818640"/>
            <a:ext cx="5201920" cy="60960"/>
            <a:chOff x="426720" y="1382983"/>
            <a:chExt cx="11013440" cy="673732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8F5FD98-9ECF-D247-032E-0BA60CFB9E89}"/>
                </a:ext>
              </a:extLst>
            </p:cNvPr>
            <p:cNvSpPr/>
            <p:nvPr/>
          </p:nvSpPr>
          <p:spPr>
            <a:xfrm>
              <a:off x="426720" y="1473200"/>
              <a:ext cx="11013440" cy="497840"/>
            </a:xfrm>
            <a:custGeom>
              <a:avLst/>
              <a:gdLst>
                <a:gd name="csX0" fmla="*/ 0 w 11013440"/>
                <a:gd name="csY0" fmla="*/ 335280 h 497840"/>
                <a:gd name="csX1" fmla="*/ 50800 w 11013440"/>
                <a:gd name="csY1" fmla="*/ 386080 h 497840"/>
                <a:gd name="csX2" fmla="*/ 487680 w 11013440"/>
                <a:gd name="csY2" fmla="*/ 497840 h 497840"/>
                <a:gd name="csX3" fmla="*/ 629920 w 11013440"/>
                <a:gd name="csY3" fmla="*/ 487680 h 497840"/>
                <a:gd name="csX4" fmla="*/ 1300480 w 11013440"/>
                <a:gd name="csY4" fmla="*/ 304800 h 497840"/>
                <a:gd name="csX5" fmla="*/ 1554480 w 11013440"/>
                <a:gd name="csY5" fmla="*/ 254000 h 497840"/>
                <a:gd name="csX6" fmla="*/ 1788160 w 11013440"/>
                <a:gd name="csY6" fmla="*/ 233680 h 497840"/>
                <a:gd name="csX7" fmla="*/ 1879600 w 11013440"/>
                <a:gd name="csY7" fmla="*/ 223520 h 497840"/>
                <a:gd name="csX8" fmla="*/ 1971040 w 11013440"/>
                <a:gd name="csY8" fmla="*/ 233680 h 497840"/>
                <a:gd name="csX9" fmla="*/ 2133600 w 11013440"/>
                <a:gd name="csY9" fmla="*/ 345440 h 497840"/>
                <a:gd name="csX10" fmla="*/ 2225040 w 11013440"/>
                <a:gd name="csY10" fmla="*/ 396240 h 497840"/>
                <a:gd name="csX11" fmla="*/ 2519680 w 11013440"/>
                <a:gd name="csY11" fmla="*/ 457200 h 497840"/>
                <a:gd name="csX12" fmla="*/ 3891280 w 11013440"/>
                <a:gd name="csY12" fmla="*/ 355600 h 497840"/>
                <a:gd name="csX13" fmla="*/ 4307840 w 11013440"/>
                <a:gd name="csY13" fmla="*/ 172720 h 497840"/>
                <a:gd name="csX14" fmla="*/ 4927600 w 11013440"/>
                <a:gd name="csY14" fmla="*/ 142240 h 497840"/>
                <a:gd name="csX15" fmla="*/ 5364480 w 11013440"/>
                <a:gd name="csY15" fmla="*/ 172720 h 497840"/>
                <a:gd name="csX16" fmla="*/ 5516880 w 11013440"/>
                <a:gd name="csY16" fmla="*/ 325120 h 497840"/>
                <a:gd name="csX17" fmla="*/ 5943600 w 11013440"/>
                <a:gd name="csY17" fmla="*/ 416560 h 497840"/>
                <a:gd name="csX18" fmla="*/ 6563360 w 11013440"/>
                <a:gd name="csY18" fmla="*/ 365760 h 497840"/>
                <a:gd name="csX19" fmla="*/ 6868160 w 11013440"/>
                <a:gd name="csY19" fmla="*/ 335280 h 497840"/>
                <a:gd name="csX20" fmla="*/ 7132320 w 11013440"/>
                <a:gd name="csY20" fmla="*/ 243840 h 497840"/>
                <a:gd name="csX21" fmla="*/ 7518400 w 11013440"/>
                <a:gd name="csY21" fmla="*/ 121920 h 497840"/>
                <a:gd name="csX22" fmla="*/ 8036560 w 11013440"/>
                <a:gd name="csY22" fmla="*/ 0 h 497840"/>
                <a:gd name="csX23" fmla="*/ 8686800 w 11013440"/>
                <a:gd name="csY23" fmla="*/ 50800 h 497840"/>
                <a:gd name="csX24" fmla="*/ 8808720 w 11013440"/>
                <a:gd name="csY24" fmla="*/ 142240 h 497840"/>
                <a:gd name="csX25" fmla="*/ 9083040 w 11013440"/>
                <a:gd name="csY25" fmla="*/ 284480 h 497840"/>
                <a:gd name="csX26" fmla="*/ 9733280 w 11013440"/>
                <a:gd name="csY26" fmla="*/ 406400 h 497840"/>
                <a:gd name="csX27" fmla="*/ 10251440 w 11013440"/>
                <a:gd name="csY27" fmla="*/ 355600 h 497840"/>
                <a:gd name="csX28" fmla="*/ 10820400 w 11013440"/>
                <a:gd name="csY28" fmla="*/ 243840 h 497840"/>
                <a:gd name="csX29" fmla="*/ 10962640 w 11013440"/>
                <a:gd name="csY29" fmla="*/ 203200 h 497840"/>
                <a:gd name="csX30" fmla="*/ 11013440 w 11013440"/>
                <a:gd name="csY30" fmla="*/ 162560 h 4978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1013440" h="497840">
                  <a:moveTo>
                    <a:pt x="0" y="335280"/>
                  </a:moveTo>
                  <a:cubicBezTo>
                    <a:pt x="16933" y="352213"/>
                    <a:pt x="30115" y="374014"/>
                    <a:pt x="50800" y="386080"/>
                  </a:cubicBezTo>
                  <a:cubicBezTo>
                    <a:pt x="259053" y="507561"/>
                    <a:pt x="239896" y="477191"/>
                    <a:pt x="487680" y="497840"/>
                  </a:cubicBezTo>
                  <a:cubicBezTo>
                    <a:pt x="535093" y="494453"/>
                    <a:pt x="583069" y="495712"/>
                    <a:pt x="629920" y="487680"/>
                  </a:cubicBezTo>
                  <a:cubicBezTo>
                    <a:pt x="895923" y="442080"/>
                    <a:pt x="993662" y="366164"/>
                    <a:pt x="1300480" y="304800"/>
                  </a:cubicBezTo>
                  <a:cubicBezTo>
                    <a:pt x="1385147" y="287867"/>
                    <a:pt x="1469040" y="266460"/>
                    <a:pt x="1554480" y="254000"/>
                  </a:cubicBezTo>
                  <a:cubicBezTo>
                    <a:pt x="1631849" y="242717"/>
                    <a:pt x="1710314" y="240978"/>
                    <a:pt x="1788160" y="233680"/>
                  </a:cubicBezTo>
                  <a:cubicBezTo>
                    <a:pt x="1818694" y="230817"/>
                    <a:pt x="1849120" y="226907"/>
                    <a:pt x="1879600" y="223520"/>
                  </a:cubicBezTo>
                  <a:cubicBezTo>
                    <a:pt x="1910080" y="226907"/>
                    <a:pt x="1941619" y="225027"/>
                    <a:pt x="1971040" y="233680"/>
                  </a:cubicBezTo>
                  <a:cubicBezTo>
                    <a:pt x="2063747" y="260947"/>
                    <a:pt x="2054213" y="289402"/>
                    <a:pt x="2133600" y="345440"/>
                  </a:cubicBezTo>
                  <a:cubicBezTo>
                    <a:pt x="2162086" y="365548"/>
                    <a:pt x="2193559" y="381249"/>
                    <a:pt x="2225040" y="396240"/>
                  </a:cubicBezTo>
                  <a:cubicBezTo>
                    <a:pt x="2375216" y="467752"/>
                    <a:pt x="2335732" y="446380"/>
                    <a:pt x="2519680" y="457200"/>
                  </a:cubicBezTo>
                  <a:cubicBezTo>
                    <a:pt x="2989936" y="450284"/>
                    <a:pt x="3429155" y="471131"/>
                    <a:pt x="3891280" y="355600"/>
                  </a:cubicBezTo>
                  <a:cubicBezTo>
                    <a:pt x="4038398" y="318821"/>
                    <a:pt x="4156378" y="180169"/>
                    <a:pt x="4307840" y="172720"/>
                  </a:cubicBezTo>
                  <a:lnTo>
                    <a:pt x="4927600" y="142240"/>
                  </a:lnTo>
                  <a:cubicBezTo>
                    <a:pt x="5073227" y="152400"/>
                    <a:pt x="5225059" y="129451"/>
                    <a:pt x="5364480" y="172720"/>
                  </a:cubicBezTo>
                  <a:cubicBezTo>
                    <a:pt x="5433094" y="194014"/>
                    <a:pt x="5451778" y="294739"/>
                    <a:pt x="5516880" y="325120"/>
                  </a:cubicBezTo>
                  <a:cubicBezTo>
                    <a:pt x="5752368" y="435015"/>
                    <a:pt x="5613374" y="392099"/>
                    <a:pt x="5943600" y="416560"/>
                  </a:cubicBezTo>
                  <a:lnTo>
                    <a:pt x="6563360" y="365760"/>
                  </a:lnTo>
                  <a:cubicBezTo>
                    <a:pt x="6665074" y="356818"/>
                    <a:pt x="6767563" y="352775"/>
                    <a:pt x="6868160" y="335280"/>
                  </a:cubicBezTo>
                  <a:cubicBezTo>
                    <a:pt x="6994388" y="313327"/>
                    <a:pt x="7023722" y="280039"/>
                    <a:pt x="7132320" y="243840"/>
                  </a:cubicBezTo>
                  <a:cubicBezTo>
                    <a:pt x="7260352" y="201163"/>
                    <a:pt x="7387472" y="154652"/>
                    <a:pt x="7518400" y="121920"/>
                  </a:cubicBezTo>
                  <a:cubicBezTo>
                    <a:pt x="7934419" y="17915"/>
                    <a:pt x="7760928" y="55126"/>
                    <a:pt x="8036560" y="0"/>
                  </a:cubicBezTo>
                  <a:cubicBezTo>
                    <a:pt x="8253307" y="16933"/>
                    <a:pt x="8472990" y="11414"/>
                    <a:pt x="8686800" y="50800"/>
                  </a:cubicBezTo>
                  <a:cubicBezTo>
                    <a:pt x="8736759" y="60003"/>
                    <a:pt x="8764963" y="116434"/>
                    <a:pt x="8808720" y="142240"/>
                  </a:cubicBezTo>
                  <a:cubicBezTo>
                    <a:pt x="8897442" y="194563"/>
                    <a:pt x="8982733" y="261075"/>
                    <a:pt x="9083040" y="284480"/>
                  </a:cubicBezTo>
                  <a:cubicBezTo>
                    <a:pt x="9501181" y="382046"/>
                    <a:pt x="9284621" y="340421"/>
                    <a:pt x="9733280" y="406400"/>
                  </a:cubicBezTo>
                  <a:cubicBezTo>
                    <a:pt x="9990459" y="386617"/>
                    <a:pt x="9998594" y="389768"/>
                    <a:pt x="10251440" y="355600"/>
                  </a:cubicBezTo>
                  <a:cubicBezTo>
                    <a:pt x="10399906" y="335537"/>
                    <a:pt x="10788854" y="250278"/>
                    <a:pt x="10820400" y="243840"/>
                  </a:cubicBezTo>
                  <a:cubicBezTo>
                    <a:pt x="10881568" y="231357"/>
                    <a:pt x="10894144" y="231740"/>
                    <a:pt x="10962640" y="203200"/>
                  </a:cubicBezTo>
                  <a:cubicBezTo>
                    <a:pt x="10984612" y="194045"/>
                    <a:pt x="10997413" y="178587"/>
                    <a:pt x="11013440" y="162560"/>
                  </a:cubicBezTo>
                </a:path>
              </a:pathLst>
            </a:custGeom>
            <a:noFill/>
            <a:ln w="5715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2B18C3D-91A9-49EA-6D37-26E78F300932}"/>
                </a:ext>
              </a:extLst>
            </p:cNvPr>
            <p:cNvSpPr/>
            <p:nvPr/>
          </p:nvSpPr>
          <p:spPr>
            <a:xfrm rot="1052950" flipH="1">
              <a:off x="710297" y="1981823"/>
              <a:ext cx="83085" cy="74892"/>
            </a:xfrm>
            <a:prstGeom prst="ellipse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A3ADAE3-19A4-E077-2561-CD0539484192}"/>
                </a:ext>
              </a:extLst>
            </p:cNvPr>
            <p:cNvSpPr/>
            <p:nvPr/>
          </p:nvSpPr>
          <p:spPr>
            <a:xfrm rot="1052950" flipH="1">
              <a:off x="1167498" y="1889905"/>
              <a:ext cx="83085" cy="74892"/>
            </a:xfrm>
            <a:prstGeom prst="ellipse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C99382C-8805-CE96-3430-B0579D9951C5}"/>
                </a:ext>
              </a:extLst>
            </p:cNvPr>
            <p:cNvSpPr/>
            <p:nvPr/>
          </p:nvSpPr>
          <p:spPr>
            <a:xfrm rot="1052950" flipH="1">
              <a:off x="2185062" y="1732901"/>
              <a:ext cx="83085" cy="74892"/>
            </a:xfrm>
            <a:prstGeom prst="ellipse">
              <a:avLst/>
            </a:prstGeom>
            <a:solidFill>
              <a:srgbClr val="00B0F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47D719D-EF82-99BA-2045-4CB3AB2F63DA}"/>
                </a:ext>
              </a:extLst>
            </p:cNvPr>
            <p:cNvSpPr/>
            <p:nvPr/>
          </p:nvSpPr>
          <p:spPr>
            <a:xfrm rot="1052950" flipH="1">
              <a:off x="1659592" y="1702897"/>
              <a:ext cx="83085" cy="74892"/>
            </a:xfrm>
            <a:prstGeom prst="ellipse">
              <a:avLst/>
            </a:prstGeom>
            <a:solidFill>
              <a:srgbClr val="FFC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8EC9AA9-8C54-78D3-CF33-238ADAEC7792}"/>
                </a:ext>
              </a:extLst>
            </p:cNvPr>
            <p:cNvSpPr/>
            <p:nvPr/>
          </p:nvSpPr>
          <p:spPr>
            <a:xfrm rot="1052950" flipH="1">
              <a:off x="3272748" y="1829361"/>
              <a:ext cx="83085" cy="74892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61E1015-403F-331C-CC85-10A636E2F180}"/>
                </a:ext>
              </a:extLst>
            </p:cNvPr>
            <p:cNvSpPr/>
            <p:nvPr/>
          </p:nvSpPr>
          <p:spPr>
            <a:xfrm rot="1052950" flipH="1">
              <a:off x="2541327" y="1732902"/>
              <a:ext cx="83085" cy="74892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453383D-E21E-C17A-B8C9-4BB1151AFA09}"/>
                </a:ext>
              </a:extLst>
            </p:cNvPr>
            <p:cNvSpPr/>
            <p:nvPr/>
          </p:nvSpPr>
          <p:spPr>
            <a:xfrm rot="1052950" flipH="1">
              <a:off x="2813416" y="1968613"/>
              <a:ext cx="83085" cy="7489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3B6014C-B76B-F276-617B-20BF4C6E3BAB}"/>
                </a:ext>
              </a:extLst>
            </p:cNvPr>
            <p:cNvSpPr/>
            <p:nvPr/>
          </p:nvSpPr>
          <p:spPr>
            <a:xfrm rot="1052950" flipH="1">
              <a:off x="3724769" y="1933593"/>
              <a:ext cx="83085" cy="74892"/>
            </a:xfrm>
            <a:prstGeom prst="ellipse">
              <a:avLst/>
            </a:prstGeom>
            <a:solidFill>
              <a:schemeClr val="accent4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CDB2DAF-2AEF-B4F5-A890-9D6F3A816F85}"/>
                </a:ext>
              </a:extLst>
            </p:cNvPr>
            <p:cNvSpPr/>
            <p:nvPr/>
          </p:nvSpPr>
          <p:spPr>
            <a:xfrm rot="1052950" flipH="1">
              <a:off x="4120191" y="1782626"/>
              <a:ext cx="83085" cy="74892"/>
            </a:xfrm>
            <a:prstGeom prst="ellipse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A071E5B-BCA6-F8AA-C5CD-CD0F6F6EFF2C}"/>
                </a:ext>
              </a:extLst>
            </p:cNvPr>
            <p:cNvSpPr/>
            <p:nvPr/>
          </p:nvSpPr>
          <p:spPr>
            <a:xfrm rot="1052950" flipH="1">
              <a:off x="4565097" y="1692262"/>
              <a:ext cx="83085" cy="74892"/>
            </a:xfrm>
            <a:prstGeom prst="ellipse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000C269-E902-A4CF-9654-0846CA5D9748}"/>
                </a:ext>
              </a:extLst>
            </p:cNvPr>
            <p:cNvSpPr/>
            <p:nvPr/>
          </p:nvSpPr>
          <p:spPr>
            <a:xfrm rot="1052950" flipH="1">
              <a:off x="4867769" y="1572912"/>
              <a:ext cx="83085" cy="74892"/>
            </a:xfrm>
            <a:prstGeom prst="ellipse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5CDB7B4-F2C9-31DF-80C0-58788BFDEAC4}"/>
                </a:ext>
              </a:extLst>
            </p:cNvPr>
            <p:cNvSpPr/>
            <p:nvPr/>
          </p:nvSpPr>
          <p:spPr>
            <a:xfrm rot="1052950" flipH="1">
              <a:off x="8315056" y="1382983"/>
              <a:ext cx="83085" cy="74892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DF15567-EE9F-0507-EA39-4058CDF42310}"/>
                </a:ext>
              </a:extLst>
            </p:cNvPr>
            <p:cNvSpPr/>
            <p:nvPr/>
          </p:nvSpPr>
          <p:spPr>
            <a:xfrm rot="1052950" flipH="1">
              <a:off x="7974107" y="1587015"/>
              <a:ext cx="83085" cy="7489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46443AB-7127-5940-562E-264F7FA25894}"/>
                </a:ext>
              </a:extLst>
            </p:cNvPr>
            <p:cNvSpPr/>
            <p:nvPr/>
          </p:nvSpPr>
          <p:spPr>
            <a:xfrm rot="1052950" flipH="1">
              <a:off x="7492920" y="1661183"/>
              <a:ext cx="83085" cy="74892"/>
            </a:xfrm>
            <a:prstGeom prst="ellipse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5AF274A-292F-CF8B-5C70-73B07B3486F4}"/>
                </a:ext>
              </a:extLst>
            </p:cNvPr>
            <p:cNvSpPr/>
            <p:nvPr/>
          </p:nvSpPr>
          <p:spPr>
            <a:xfrm rot="1052950" flipH="1">
              <a:off x="7033323" y="1829362"/>
              <a:ext cx="83085" cy="74892"/>
            </a:xfrm>
            <a:prstGeom prst="ellipse">
              <a:avLst/>
            </a:prstGeom>
            <a:solidFill>
              <a:schemeClr val="accent2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9F520A6-6B2E-75BF-083F-04FD5A246B66}"/>
                </a:ext>
              </a:extLst>
            </p:cNvPr>
            <p:cNvSpPr/>
            <p:nvPr/>
          </p:nvSpPr>
          <p:spPr>
            <a:xfrm rot="1052950" flipH="1">
              <a:off x="6441143" y="1839998"/>
              <a:ext cx="83085" cy="74892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DCBA6D2-42A9-B519-440F-775E31D562E0}"/>
                </a:ext>
              </a:extLst>
            </p:cNvPr>
            <p:cNvSpPr/>
            <p:nvPr/>
          </p:nvSpPr>
          <p:spPr>
            <a:xfrm rot="1052950" flipH="1">
              <a:off x="5738184" y="1543926"/>
              <a:ext cx="83085" cy="74892"/>
            </a:xfrm>
            <a:prstGeom prst="ellipse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4A8492AA-DF6A-1C52-28BD-17D29A2E663B}"/>
                </a:ext>
              </a:extLst>
            </p:cNvPr>
            <p:cNvSpPr/>
            <p:nvPr/>
          </p:nvSpPr>
          <p:spPr>
            <a:xfrm rot="1052950" flipH="1">
              <a:off x="5206097" y="1602854"/>
              <a:ext cx="83085" cy="74892"/>
            </a:xfrm>
            <a:prstGeom prst="ellipse">
              <a:avLst/>
            </a:prstGeom>
            <a:solidFill>
              <a:schemeClr val="accent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0361396-1943-3ABB-0A60-393FF8243D71}"/>
                </a:ext>
              </a:extLst>
            </p:cNvPr>
            <p:cNvSpPr/>
            <p:nvPr/>
          </p:nvSpPr>
          <p:spPr>
            <a:xfrm rot="1052950" flipH="1">
              <a:off x="6015176" y="1813997"/>
              <a:ext cx="83085" cy="74892"/>
            </a:xfrm>
            <a:prstGeom prst="ellipse">
              <a:avLst/>
            </a:prstGeom>
            <a:solidFill>
              <a:schemeClr val="accent4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0191DFC-EB27-C6D4-0EFA-84A4BA687F9E}"/>
                </a:ext>
              </a:extLst>
            </p:cNvPr>
            <p:cNvSpPr/>
            <p:nvPr/>
          </p:nvSpPr>
          <p:spPr>
            <a:xfrm rot="1052950" flipH="1">
              <a:off x="9728843" y="1685566"/>
              <a:ext cx="83085" cy="74892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FC30D8E-5C05-6736-12BA-ACA2A4C61EC3}"/>
                </a:ext>
              </a:extLst>
            </p:cNvPr>
            <p:cNvSpPr/>
            <p:nvPr/>
          </p:nvSpPr>
          <p:spPr>
            <a:xfrm rot="1052950" flipH="1">
              <a:off x="8639059" y="1512489"/>
              <a:ext cx="83085" cy="74892"/>
            </a:xfrm>
            <a:prstGeom prst="ellipse">
              <a:avLst/>
            </a:prstGeom>
            <a:solidFill>
              <a:srgbClr val="FFFF00"/>
            </a:solidFill>
            <a:ln w="3175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D7D9C69-36E8-27B3-67B7-B04E7EC758B0}"/>
                </a:ext>
              </a:extLst>
            </p:cNvPr>
            <p:cNvSpPr/>
            <p:nvPr/>
          </p:nvSpPr>
          <p:spPr>
            <a:xfrm rot="1052950" flipH="1">
              <a:off x="9369420" y="1713059"/>
              <a:ext cx="83085" cy="74892"/>
            </a:xfrm>
            <a:prstGeom prst="ellipse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6DD7C49E-8BD5-3D20-5948-93CB490B0AB8}"/>
                </a:ext>
              </a:extLst>
            </p:cNvPr>
            <p:cNvSpPr/>
            <p:nvPr/>
          </p:nvSpPr>
          <p:spPr>
            <a:xfrm rot="1052950" flipH="1">
              <a:off x="9064865" y="1431213"/>
              <a:ext cx="83085" cy="74892"/>
            </a:xfrm>
            <a:prstGeom prst="ellipse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BE065E1C-03BD-F3F7-8545-B7A97C473DBF}"/>
                </a:ext>
              </a:extLst>
            </p:cNvPr>
            <p:cNvSpPr/>
            <p:nvPr/>
          </p:nvSpPr>
          <p:spPr>
            <a:xfrm rot="1052950" flipH="1">
              <a:off x="11196748" y="1757643"/>
              <a:ext cx="83085" cy="7489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D01A7E2-1359-8CA1-2ECD-3F4D9F13C649}"/>
                </a:ext>
              </a:extLst>
            </p:cNvPr>
            <p:cNvSpPr/>
            <p:nvPr/>
          </p:nvSpPr>
          <p:spPr>
            <a:xfrm rot="1052950" flipH="1">
              <a:off x="10127701" y="1839997"/>
              <a:ext cx="83085" cy="74892"/>
            </a:xfrm>
            <a:prstGeom prst="ellipse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27EF46C-50F2-2E6A-509A-4630CE9D21D7}"/>
                </a:ext>
              </a:extLst>
            </p:cNvPr>
            <p:cNvSpPr/>
            <p:nvPr/>
          </p:nvSpPr>
          <p:spPr>
            <a:xfrm rot="1052950" flipH="1">
              <a:off x="10618080" y="1740493"/>
              <a:ext cx="83085" cy="74892"/>
            </a:xfrm>
            <a:prstGeom prst="ellipse">
              <a:avLst/>
            </a:prstGeom>
            <a:solidFill>
              <a:schemeClr val="accent2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11121CE-DB3E-ABBD-F94F-B8AEB34F3334}"/>
              </a:ext>
            </a:extLst>
          </p:cNvPr>
          <p:cNvGrpSpPr/>
          <p:nvPr/>
        </p:nvGrpSpPr>
        <p:grpSpPr>
          <a:xfrm rot="21397698">
            <a:off x="2635286" y="4887453"/>
            <a:ext cx="7443517" cy="258472"/>
            <a:chOff x="426720" y="1382983"/>
            <a:chExt cx="11013440" cy="673732"/>
          </a:xfrm>
        </p:grpSpPr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ABE194E4-59A8-612D-8162-81717E4D646A}"/>
                </a:ext>
              </a:extLst>
            </p:cNvPr>
            <p:cNvSpPr/>
            <p:nvPr/>
          </p:nvSpPr>
          <p:spPr>
            <a:xfrm>
              <a:off x="426720" y="1473200"/>
              <a:ext cx="11013440" cy="497840"/>
            </a:xfrm>
            <a:custGeom>
              <a:avLst/>
              <a:gdLst>
                <a:gd name="csX0" fmla="*/ 0 w 11013440"/>
                <a:gd name="csY0" fmla="*/ 335280 h 497840"/>
                <a:gd name="csX1" fmla="*/ 50800 w 11013440"/>
                <a:gd name="csY1" fmla="*/ 386080 h 497840"/>
                <a:gd name="csX2" fmla="*/ 487680 w 11013440"/>
                <a:gd name="csY2" fmla="*/ 497840 h 497840"/>
                <a:gd name="csX3" fmla="*/ 629920 w 11013440"/>
                <a:gd name="csY3" fmla="*/ 487680 h 497840"/>
                <a:gd name="csX4" fmla="*/ 1300480 w 11013440"/>
                <a:gd name="csY4" fmla="*/ 304800 h 497840"/>
                <a:gd name="csX5" fmla="*/ 1554480 w 11013440"/>
                <a:gd name="csY5" fmla="*/ 254000 h 497840"/>
                <a:gd name="csX6" fmla="*/ 1788160 w 11013440"/>
                <a:gd name="csY6" fmla="*/ 233680 h 497840"/>
                <a:gd name="csX7" fmla="*/ 1879600 w 11013440"/>
                <a:gd name="csY7" fmla="*/ 223520 h 497840"/>
                <a:gd name="csX8" fmla="*/ 1971040 w 11013440"/>
                <a:gd name="csY8" fmla="*/ 233680 h 497840"/>
                <a:gd name="csX9" fmla="*/ 2133600 w 11013440"/>
                <a:gd name="csY9" fmla="*/ 345440 h 497840"/>
                <a:gd name="csX10" fmla="*/ 2225040 w 11013440"/>
                <a:gd name="csY10" fmla="*/ 396240 h 497840"/>
                <a:gd name="csX11" fmla="*/ 2519680 w 11013440"/>
                <a:gd name="csY11" fmla="*/ 457200 h 497840"/>
                <a:gd name="csX12" fmla="*/ 3891280 w 11013440"/>
                <a:gd name="csY12" fmla="*/ 355600 h 497840"/>
                <a:gd name="csX13" fmla="*/ 4307840 w 11013440"/>
                <a:gd name="csY13" fmla="*/ 172720 h 497840"/>
                <a:gd name="csX14" fmla="*/ 4927600 w 11013440"/>
                <a:gd name="csY14" fmla="*/ 142240 h 497840"/>
                <a:gd name="csX15" fmla="*/ 5364480 w 11013440"/>
                <a:gd name="csY15" fmla="*/ 172720 h 497840"/>
                <a:gd name="csX16" fmla="*/ 5516880 w 11013440"/>
                <a:gd name="csY16" fmla="*/ 325120 h 497840"/>
                <a:gd name="csX17" fmla="*/ 5943600 w 11013440"/>
                <a:gd name="csY17" fmla="*/ 416560 h 497840"/>
                <a:gd name="csX18" fmla="*/ 6563360 w 11013440"/>
                <a:gd name="csY18" fmla="*/ 365760 h 497840"/>
                <a:gd name="csX19" fmla="*/ 6868160 w 11013440"/>
                <a:gd name="csY19" fmla="*/ 335280 h 497840"/>
                <a:gd name="csX20" fmla="*/ 7132320 w 11013440"/>
                <a:gd name="csY20" fmla="*/ 243840 h 497840"/>
                <a:gd name="csX21" fmla="*/ 7518400 w 11013440"/>
                <a:gd name="csY21" fmla="*/ 121920 h 497840"/>
                <a:gd name="csX22" fmla="*/ 8036560 w 11013440"/>
                <a:gd name="csY22" fmla="*/ 0 h 497840"/>
                <a:gd name="csX23" fmla="*/ 8686800 w 11013440"/>
                <a:gd name="csY23" fmla="*/ 50800 h 497840"/>
                <a:gd name="csX24" fmla="*/ 8808720 w 11013440"/>
                <a:gd name="csY24" fmla="*/ 142240 h 497840"/>
                <a:gd name="csX25" fmla="*/ 9083040 w 11013440"/>
                <a:gd name="csY25" fmla="*/ 284480 h 497840"/>
                <a:gd name="csX26" fmla="*/ 9733280 w 11013440"/>
                <a:gd name="csY26" fmla="*/ 406400 h 497840"/>
                <a:gd name="csX27" fmla="*/ 10251440 w 11013440"/>
                <a:gd name="csY27" fmla="*/ 355600 h 497840"/>
                <a:gd name="csX28" fmla="*/ 10820400 w 11013440"/>
                <a:gd name="csY28" fmla="*/ 243840 h 497840"/>
                <a:gd name="csX29" fmla="*/ 10962640 w 11013440"/>
                <a:gd name="csY29" fmla="*/ 203200 h 497840"/>
                <a:gd name="csX30" fmla="*/ 11013440 w 11013440"/>
                <a:gd name="csY30" fmla="*/ 162560 h 4978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1013440" h="497840">
                  <a:moveTo>
                    <a:pt x="0" y="335280"/>
                  </a:moveTo>
                  <a:cubicBezTo>
                    <a:pt x="16933" y="352213"/>
                    <a:pt x="30115" y="374014"/>
                    <a:pt x="50800" y="386080"/>
                  </a:cubicBezTo>
                  <a:cubicBezTo>
                    <a:pt x="259053" y="507561"/>
                    <a:pt x="239896" y="477191"/>
                    <a:pt x="487680" y="497840"/>
                  </a:cubicBezTo>
                  <a:cubicBezTo>
                    <a:pt x="535093" y="494453"/>
                    <a:pt x="583069" y="495712"/>
                    <a:pt x="629920" y="487680"/>
                  </a:cubicBezTo>
                  <a:cubicBezTo>
                    <a:pt x="895923" y="442080"/>
                    <a:pt x="993662" y="366164"/>
                    <a:pt x="1300480" y="304800"/>
                  </a:cubicBezTo>
                  <a:cubicBezTo>
                    <a:pt x="1385147" y="287867"/>
                    <a:pt x="1469040" y="266460"/>
                    <a:pt x="1554480" y="254000"/>
                  </a:cubicBezTo>
                  <a:cubicBezTo>
                    <a:pt x="1631849" y="242717"/>
                    <a:pt x="1710314" y="240978"/>
                    <a:pt x="1788160" y="233680"/>
                  </a:cubicBezTo>
                  <a:cubicBezTo>
                    <a:pt x="1818694" y="230817"/>
                    <a:pt x="1849120" y="226907"/>
                    <a:pt x="1879600" y="223520"/>
                  </a:cubicBezTo>
                  <a:cubicBezTo>
                    <a:pt x="1910080" y="226907"/>
                    <a:pt x="1941619" y="225027"/>
                    <a:pt x="1971040" y="233680"/>
                  </a:cubicBezTo>
                  <a:cubicBezTo>
                    <a:pt x="2063747" y="260947"/>
                    <a:pt x="2054213" y="289402"/>
                    <a:pt x="2133600" y="345440"/>
                  </a:cubicBezTo>
                  <a:cubicBezTo>
                    <a:pt x="2162086" y="365548"/>
                    <a:pt x="2193559" y="381249"/>
                    <a:pt x="2225040" y="396240"/>
                  </a:cubicBezTo>
                  <a:cubicBezTo>
                    <a:pt x="2375216" y="467752"/>
                    <a:pt x="2335732" y="446380"/>
                    <a:pt x="2519680" y="457200"/>
                  </a:cubicBezTo>
                  <a:cubicBezTo>
                    <a:pt x="2989936" y="450284"/>
                    <a:pt x="3429155" y="471131"/>
                    <a:pt x="3891280" y="355600"/>
                  </a:cubicBezTo>
                  <a:cubicBezTo>
                    <a:pt x="4038398" y="318821"/>
                    <a:pt x="4156378" y="180169"/>
                    <a:pt x="4307840" y="172720"/>
                  </a:cubicBezTo>
                  <a:lnTo>
                    <a:pt x="4927600" y="142240"/>
                  </a:lnTo>
                  <a:cubicBezTo>
                    <a:pt x="5073227" y="152400"/>
                    <a:pt x="5225059" y="129451"/>
                    <a:pt x="5364480" y="172720"/>
                  </a:cubicBezTo>
                  <a:cubicBezTo>
                    <a:pt x="5433094" y="194014"/>
                    <a:pt x="5451778" y="294739"/>
                    <a:pt x="5516880" y="325120"/>
                  </a:cubicBezTo>
                  <a:cubicBezTo>
                    <a:pt x="5752368" y="435015"/>
                    <a:pt x="5613374" y="392099"/>
                    <a:pt x="5943600" y="416560"/>
                  </a:cubicBezTo>
                  <a:lnTo>
                    <a:pt x="6563360" y="365760"/>
                  </a:lnTo>
                  <a:cubicBezTo>
                    <a:pt x="6665074" y="356818"/>
                    <a:pt x="6767563" y="352775"/>
                    <a:pt x="6868160" y="335280"/>
                  </a:cubicBezTo>
                  <a:cubicBezTo>
                    <a:pt x="6994388" y="313327"/>
                    <a:pt x="7023722" y="280039"/>
                    <a:pt x="7132320" y="243840"/>
                  </a:cubicBezTo>
                  <a:cubicBezTo>
                    <a:pt x="7260352" y="201163"/>
                    <a:pt x="7387472" y="154652"/>
                    <a:pt x="7518400" y="121920"/>
                  </a:cubicBezTo>
                  <a:cubicBezTo>
                    <a:pt x="7934419" y="17915"/>
                    <a:pt x="7760928" y="55126"/>
                    <a:pt x="8036560" y="0"/>
                  </a:cubicBezTo>
                  <a:cubicBezTo>
                    <a:pt x="8253307" y="16933"/>
                    <a:pt x="8472990" y="11414"/>
                    <a:pt x="8686800" y="50800"/>
                  </a:cubicBezTo>
                  <a:cubicBezTo>
                    <a:pt x="8736759" y="60003"/>
                    <a:pt x="8764963" y="116434"/>
                    <a:pt x="8808720" y="142240"/>
                  </a:cubicBezTo>
                  <a:cubicBezTo>
                    <a:pt x="8897442" y="194563"/>
                    <a:pt x="8982733" y="261075"/>
                    <a:pt x="9083040" y="284480"/>
                  </a:cubicBezTo>
                  <a:cubicBezTo>
                    <a:pt x="9501181" y="382046"/>
                    <a:pt x="9284621" y="340421"/>
                    <a:pt x="9733280" y="406400"/>
                  </a:cubicBezTo>
                  <a:cubicBezTo>
                    <a:pt x="9990459" y="386617"/>
                    <a:pt x="9998594" y="389768"/>
                    <a:pt x="10251440" y="355600"/>
                  </a:cubicBezTo>
                  <a:cubicBezTo>
                    <a:pt x="10399906" y="335537"/>
                    <a:pt x="10788854" y="250278"/>
                    <a:pt x="10820400" y="243840"/>
                  </a:cubicBezTo>
                  <a:cubicBezTo>
                    <a:pt x="10881568" y="231357"/>
                    <a:pt x="10894144" y="231740"/>
                    <a:pt x="10962640" y="203200"/>
                  </a:cubicBezTo>
                  <a:cubicBezTo>
                    <a:pt x="10984612" y="194045"/>
                    <a:pt x="10997413" y="178587"/>
                    <a:pt x="11013440" y="162560"/>
                  </a:cubicBezTo>
                </a:path>
              </a:pathLst>
            </a:custGeom>
            <a:noFill/>
            <a:ln w="5715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89BBC9C6-4A32-119E-BA30-7ED872AAC9E7}"/>
                </a:ext>
              </a:extLst>
            </p:cNvPr>
            <p:cNvSpPr/>
            <p:nvPr/>
          </p:nvSpPr>
          <p:spPr>
            <a:xfrm rot="1052950" flipH="1">
              <a:off x="710297" y="1981823"/>
              <a:ext cx="83085" cy="74892"/>
            </a:xfrm>
            <a:prstGeom prst="ellipse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192E14D0-61D2-3053-C37E-6E51FACFDE58}"/>
                </a:ext>
              </a:extLst>
            </p:cNvPr>
            <p:cNvSpPr/>
            <p:nvPr/>
          </p:nvSpPr>
          <p:spPr>
            <a:xfrm rot="1052950" flipH="1">
              <a:off x="1167498" y="1889905"/>
              <a:ext cx="83085" cy="74892"/>
            </a:xfrm>
            <a:prstGeom prst="ellipse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8AE8D1A-817C-EF4D-59F2-F55F54D353C0}"/>
                </a:ext>
              </a:extLst>
            </p:cNvPr>
            <p:cNvSpPr/>
            <p:nvPr/>
          </p:nvSpPr>
          <p:spPr>
            <a:xfrm rot="1052950" flipH="1">
              <a:off x="2185062" y="1732901"/>
              <a:ext cx="83085" cy="74892"/>
            </a:xfrm>
            <a:prstGeom prst="ellipse">
              <a:avLst/>
            </a:prstGeom>
            <a:solidFill>
              <a:srgbClr val="00B0F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C8B38CB5-DB88-15A2-A069-68EF27CB5FAD}"/>
                </a:ext>
              </a:extLst>
            </p:cNvPr>
            <p:cNvSpPr/>
            <p:nvPr/>
          </p:nvSpPr>
          <p:spPr>
            <a:xfrm rot="1052950" flipH="1">
              <a:off x="1659592" y="1702897"/>
              <a:ext cx="83085" cy="74892"/>
            </a:xfrm>
            <a:prstGeom prst="ellipse">
              <a:avLst/>
            </a:prstGeom>
            <a:solidFill>
              <a:srgbClr val="FFC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587FD8F8-8E1A-1710-F275-111895C99026}"/>
                </a:ext>
              </a:extLst>
            </p:cNvPr>
            <p:cNvSpPr/>
            <p:nvPr/>
          </p:nvSpPr>
          <p:spPr>
            <a:xfrm rot="1052950" flipH="1">
              <a:off x="3272748" y="1829361"/>
              <a:ext cx="83085" cy="74892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1E18DDEC-C105-3CE0-FEFC-2E3D0B7C3D38}"/>
                </a:ext>
              </a:extLst>
            </p:cNvPr>
            <p:cNvSpPr/>
            <p:nvPr/>
          </p:nvSpPr>
          <p:spPr>
            <a:xfrm rot="1052950" flipH="1">
              <a:off x="2541327" y="1732902"/>
              <a:ext cx="83085" cy="74892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DAE38310-AB9B-918A-8462-920444D941CD}"/>
                </a:ext>
              </a:extLst>
            </p:cNvPr>
            <p:cNvSpPr/>
            <p:nvPr/>
          </p:nvSpPr>
          <p:spPr>
            <a:xfrm rot="1052950" flipH="1">
              <a:off x="2813416" y="1968613"/>
              <a:ext cx="83085" cy="7489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A1F0D488-66BE-CC7A-F39E-CD46A9130607}"/>
                </a:ext>
              </a:extLst>
            </p:cNvPr>
            <p:cNvSpPr/>
            <p:nvPr/>
          </p:nvSpPr>
          <p:spPr>
            <a:xfrm rot="1052950" flipH="1">
              <a:off x="3724769" y="1933593"/>
              <a:ext cx="83085" cy="74892"/>
            </a:xfrm>
            <a:prstGeom prst="ellipse">
              <a:avLst/>
            </a:prstGeom>
            <a:solidFill>
              <a:schemeClr val="accent4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B354D4DD-F949-8829-B4AA-105EE1D9E228}"/>
                </a:ext>
              </a:extLst>
            </p:cNvPr>
            <p:cNvSpPr/>
            <p:nvPr/>
          </p:nvSpPr>
          <p:spPr>
            <a:xfrm rot="1052950" flipH="1">
              <a:off x="4120191" y="1782626"/>
              <a:ext cx="83085" cy="74892"/>
            </a:xfrm>
            <a:prstGeom prst="ellipse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3194B0E2-61B5-E6D3-065D-7B07B1915C2C}"/>
                </a:ext>
              </a:extLst>
            </p:cNvPr>
            <p:cNvSpPr/>
            <p:nvPr/>
          </p:nvSpPr>
          <p:spPr>
            <a:xfrm rot="1052950" flipH="1">
              <a:off x="4565097" y="1692262"/>
              <a:ext cx="83085" cy="74892"/>
            </a:xfrm>
            <a:prstGeom prst="ellipse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F86BB5DB-1C95-B92A-5FA8-CC16DFA880C7}"/>
                </a:ext>
              </a:extLst>
            </p:cNvPr>
            <p:cNvSpPr/>
            <p:nvPr/>
          </p:nvSpPr>
          <p:spPr>
            <a:xfrm rot="1052950" flipH="1">
              <a:off x="4867769" y="1572912"/>
              <a:ext cx="83085" cy="74892"/>
            </a:xfrm>
            <a:prstGeom prst="ellipse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2DB5231-3552-0747-8EDC-277E08302AB0}"/>
                </a:ext>
              </a:extLst>
            </p:cNvPr>
            <p:cNvSpPr/>
            <p:nvPr/>
          </p:nvSpPr>
          <p:spPr>
            <a:xfrm rot="1052950" flipH="1">
              <a:off x="8315056" y="1382983"/>
              <a:ext cx="83085" cy="74892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E3BC5255-EBC3-68B3-31E5-BA0151E056BA}"/>
                </a:ext>
              </a:extLst>
            </p:cNvPr>
            <p:cNvSpPr/>
            <p:nvPr/>
          </p:nvSpPr>
          <p:spPr>
            <a:xfrm rot="1052950" flipH="1">
              <a:off x="7974107" y="1587015"/>
              <a:ext cx="83085" cy="7489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978670D7-BBA7-1D79-7E8F-915259E9A925}"/>
                </a:ext>
              </a:extLst>
            </p:cNvPr>
            <p:cNvSpPr/>
            <p:nvPr/>
          </p:nvSpPr>
          <p:spPr>
            <a:xfrm rot="1052950" flipH="1">
              <a:off x="7492920" y="1661183"/>
              <a:ext cx="83085" cy="74892"/>
            </a:xfrm>
            <a:prstGeom prst="ellipse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A79485A2-2678-A0A6-F56F-A9CFA84EC6AB}"/>
                </a:ext>
              </a:extLst>
            </p:cNvPr>
            <p:cNvSpPr/>
            <p:nvPr/>
          </p:nvSpPr>
          <p:spPr>
            <a:xfrm rot="1052950" flipH="1">
              <a:off x="7033323" y="1829362"/>
              <a:ext cx="83085" cy="74892"/>
            </a:xfrm>
            <a:prstGeom prst="ellipse">
              <a:avLst/>
            </a:prstGeom>
            <a:solidFill>
              <a:schemeClr val="accent2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34B1CA6F-124E-ADAD-8D5A-CABB622EBD48}"/>
                </a:ext>
              </a:extLst>
            </p:cNvPr>
            <p:cNvSpPr/>
            <p:nvPr/>
          </p:nvSpPr>
          <p:spPr>
            <a:xfrm rot="1052950" flipH="1">
              <a:off x="6441143" y="1839998"/>
              <a:ext cx="83085" cy="74892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A12C0582-E359-9631-74B4-FBD47C3E48DF}"/>
                </a:ext>
              </a:extLst>
            </p:cNvPr>
            <p:cNvSpPr/>
            <p:nvPr/>
          </p:nvSpPr>
          <p:spPr>
            <a:xfrm rot="1052950" flipH="1">
              <a:off x="5738184" y="1543926"/>
              <a:ext cx="83085" cy="74892"/>
            </a:xfrm>
            <a:prstGeom prst="ellipse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FEF9786B-0757-5E2A-9E16-8ECC912E32F1}"/>
                </a:ext>
              </a:extLst>
            </p:cNvPr>
            <p:cNvSpPr/>
            <p:nvPr/>
          </p:nvSpPr>
          <p:spPr>
            <a:xfrm rot="1052950" flipH="1">
              <a:off x="5206097" y="1602854"/>
              <a:ext cx="83085" cy="74892"/>
            </a:xfrm>
            <a:prstGeom prst="ellipse">
              <a:avLst/>
            </a:prstGeom>
            <a:solidFill>
              <a:schemeClr val="accent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8780A686-1CC0-7869-C17A-A2A4FBFBD037}"/>
                </a:ext>
              </a:extLst>
            </p:cNvPr>
            <p:cNvSpPr/>
            <p:nvPr/>
          </p:nvSpPr>
          <p:spPr>
            <a:xfrm rot="1052950" flipH="1">
              <a:off x="6015176" y="1813997"/>
              <a:ext cx="83085" cy="74892"/>
            </a:xfrm>
            <a:prstGeom prst="ellipse">
              <a:avLst/>
            </a:prstGeom>
            <a:solidFill>
              <a:schemeClr val="accent4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3D4B0724-F069-5A27-5864-652CC430C996}"/>
                </a:ext>
              </a:extLst>
            </p:cNvPr>
            <p:cNvSpPr/>
            <p:nvPr/>
          </p:nvSpPr>
          <p:spPr>
            <a:xfrm rot="1052950" flipH="1">
              <a:off x="9728843" y="1685566"/>
              <a:ext cx="83085" cy="74892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D742883E-6EEF-FA0D-8A42-BB6ACBEEAE5B}"/>
                </a:ext>
              </a:extLst>
            </p:cNvPr>
            <p:cNvSpPr/>
            <p:nvPr/>
          </p:nvSpPr>
          <p:spPr>
            <a:xfrm rot="1052950" flipH="1">
              <a:off x="8639059" y="1512489"/>
              <a:ext cx="83085" cy="74892"/>
            </a:xfrm>
            <a:prstGeom prst="ellipse">
              <a:avLst/>
            </a:prstGeom>
            <a:solidFill>
              <a:srgbClr val="FFFF00"/>
            </a:solidFill>
            <a:ln w="3175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06CDCC59-E50D-B326-1BE5-651C590DA3D0}"/>
                </a:ext>
              </a:extLst>
            </p:cNvPr>
            <p:cNvSpPr/>
            <p:nvPr/>
          </p:nvSpPr>
          <p:spPr>
            <a:xfrm rot="1052950" flipH="1">
              <a:off x="9369420" y="1713059"/>
              <a:ext cx="83085" cy="74892"/>
            </a:xfrm>
            <a:prstGeom prst="ellipse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78C3CFAA-B3F9-AAA7-6064-1F1D1B5A39DD}"/>
                </a:ext>
              </a:extLst>
            </p:cNvPr>
            <p:cNvSpPr/>
            <p:nvPr/>
          </p:nvSpPr>
          <p:spPr>
            <a:xfrm rot="1052950" flipH="1">
              <a:off x="9064865" y="1431213"/>
              <a:ext cx="83085" cy="74892"/>
            </a:xfrm>
            <a:prstGeom prst="ellipse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3D47AB69-F817-0379-D219-6AF2F4080023}"/>
                </a:ext>
              </a:extLst>
            </p:cNvPr>
            <p:cNvSpPr/>
            <p:nvPr/>
          </p:nvSpPr>
          <p:spPr>
            <a:xfrm rot="1052950" flipH="1">
              <a:off x="11196748" y="1757643"/>
              <a:ext cx="83085" cy="7489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D87E6B7D-00E9-9739-EB5E-B91A3F150B91}"/>
                </a:ext>
              </a:extLst>
            </p:cNvPr>
            <p:cNvSpPr/>
            <p:nvPr/>
          </p:nvSpPr>
          <p:spPr>
            <a:xfrm rot="1052950" flipH="1">
              <a:off x="10127701" y="1839997"/>
              <a:ext cx="83085" cy="74892"/>
            </a:xfrm>
            <a:prstGeom prst="ellipse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79B8BAE6-2224-3741-0C10-A18616BFD5CF}"/>
                </a:ext>
              </a:extLst>
            </p:cNvPr>
            <p:cNvSpPr/>
            <p:nvPr/>
          </p:nvSpPr>
          <p:spPr>
            <a:xfrm rot="1052950" flipH="1">
              <a:off x="10618080" y="1740493"/>
              <a:ext cx="83085" cy="74892"/>
            </a:xfrm>
            <a:prstGeom prst="ellipse">
              <a:avLst/>
            </a:prstGeom>
            <a:solidFill>
              <a:schemeClr val="accent2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8458C1AB-02DA-C6C7-2FA3-9519C9486893}"/>
              </a:ext>
            </a:extLst>
          </p:cNvPr>
          <p:cNvGrpSpPr/>
          <p:nvPr/>
        </p:nvGrpSpPr>
        <p:grpSpPr>
          <a:xfrm rot="21323967">
            <a:off x="664289" y="4868981"/>
            <a:ext cx="1814658" cy="159767"/>
            <a:chOff x="426720" y="1382983"/>
            <a:chExt cx="11013440" cy="673732"/>
          </a:xfrm>
        </p:grpSpPr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252E153-6F08-8948-5596-5A9192DB9844}"/>
                </a:ext>
              </a:extLst>
            </p:cNvPr>
            <p:cNvSpPr/>
            <p:nvPr/>
          </p:nvSpPr>
          <p:spPr>
            <a:xfrm>
              <a:off x="426720" y="1473200"/>
              <a:ext cx="11013440" cy="497840"/>
            </a:xfrm>
            <a:custGeom>
              <a:avLst/>
              <a:gdLst>
                <a:gd name="csX0" fmla="*/ 0 w 11013440"/>
                <a:gd name="csY0" fmla="*/ 335280 h 497840"/>
                <a:gd name="csX1" fmla="*/ 50800 w 11013440"/>
                <a:gd name="csY1" fmla="*/ 386080 h 497840"/>
                <a:gd name="csX2" fmla="*/ 487680 w 11013440"/>
                <a:gd name="csY2" fmla="*/ 497840 h 497840"/>
                <a:gd name="csX3" fmla="*/ 629920 w 11013440"/>
                <a:gd name="csY3" fmla="*/ 487680 h 497840"/>
                <a:gd name="csX4" fmla="*/ 1300480 w 11013440"/>
                <a:gd name="csY4" fmla="*/ 304800 h 497840"/>
                <a:gd name="csX5" fmla="*/ 1554480 w 11013440"/>
                <a:gd name="csY5" fmla="*/ 254000 h 497840"/>
                <a:gd name="csX6" fmla="*/ 1788160 w 11013440"/>
                <a:gd name="csY6" fmla="*/ 233680 h 497840"/>
                <a:gd name="csX7" fmla="*/ 1879600 w 11013440"/>
                <a:gd name="csY7" fmla="*/ 223520 h 497840"/>
                <a:gd name="csX8" fmla="*/ 1971040 w 11013440"/>
                <a:gd name="csY8" fmla="*/ 233680 h 497840"/>
                <a:gd name="csX9" fmla="*/ 2133600 w 11013440"/>
                <a:gd name="csY9" fmla="*/ 345440 h 497840"/>
                <a:gd name="csX10" fmla="*/ 2225040 w 11013440"/>
                <a:gd name="csY10" fmla="*/ 396240 h 497840"/>
                <a:gd name="csX11" fmla="*/ 2519680 w 11013440"/>
                <a:gd name="csY11" fmla="*/ 457200 h 497840"/>
                <a:gd name="csX12" fmla="*/ 3891280 w 11013440"/>
                <a:gd name="csY12" fmla="*/ 355600 h 497840"/>
                <a:gd name="csX13" fmla="*/ 4307840 w 11013440"/>
                <a:gd name="csY13" fmla="*/ 172720 h 497840"/>
                <a:gd name="csX14" fmla="*/ 4927600 w 11013440"/>
                <a:gd name="csY14" fmla="*/ 142240 h 497840"/>
                <a:gd name="csX15" fmla="*/ 5364480 w 11013440"/>
                <a:gd name="csY15" fmla="*/ 172720 h 497840"/>
                <a:gd name="csX16" fmla="*/ 5516880 w 11013440"/>
                <a:gd name="csY16" fmla="*/ 325120 h 497840"/>
                <a:gd name="csX17" fmla="*/ 5943600 w 11013440"/>
                <a:gd name="csY17" fmla="*/ 416560 h 497840"/>
                <a:gd name="csX18" fmla="*/ 6563360 w 11013440"/>
                <a:gd name="csY18" fmla="*/ 365760 h 497840"/>
                <a:gd name="csX19" fmla="*/ 6868160 w 11013440"/>
                <a:gd name="csY19" fmla="*/ 335280 h 497840"/>
                <a:gd name="csX20" fmla="*/ 7132320 w 11013440"/>
                <a:gd name="csY20" fmla="*/ 243840 h 497840"/>
                <a:gd name="csX21" fmla="*/ 7518400 w 11013440"/>
                <a:gd name="csY21" fmla="*/ 121920 h 497840"/>
                <a:gd name="csX22" fmla="*/ 8036560 w 11013440"/>
                <a:gd name="csY22" fmla="*/ 0 h 497840"/>
                <a:gd name="csX23" fmla="*/ 8686800 w 11013440"/>
                <a:gd name="csY23" fmla="*/ 50800 h 497840"/>
                <a:gd name="csX24" fmla="*/ 8808720 w 11013440"/>
                <a:gd name="csY24" fmla="*/ 142240 h 497840"/>
                <a:gd name="csX25" fmla="*/ 9083040 w 11013440"/>
                <a:gd name="csY25" fmla="*/ 284480 h 497840"/>
                <a:gd name="csX26" fmla="*/ 9733280 w 11013440"/>
                <a:gd name="csY26" fmla="*/ 406400 h 497840"/>
                <a:gd name="csX27" fmla="*/ 10251440 w 11013440"/>
                <a:gd name="csY27" fmla="*/ 355600 h 497840"/>
                <a:gd name="csX28" fmla="*/ 10820400 w 11013440"/>
                <a:gd name="csY28" fmla="*/ 243840 h 497840"/>
                <a:gd name="csX29" fmla="*/ 10962640 w 11013440"/>
                <a:gd name="csY29" fmla="*/ 203200 h 497840"/>
                <a:gd name="csX30" fmla="*/ 11013440 w 11013440"/>
                <a:gd name="csY30" fmla="*/ 162560 h 4978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1013440" h="497840">
                  <a:moveTo>
                    <a:pt x="0" y="335280"/>
                  </a:moveTo>
                  <a:cubicBezTo>
                    <a:pt x="16933" y="352213"/>
                    <a:pt x="30115" y="374014"/>
                    <a:pt x="50800" y="386080"/>
                  </a:cubicBezTo>
                  <a:cubicBezTo>
                    <a:pt x="259053" y="507561"/>
                    <a:pt x="239896" y="477191"/>
                    <a:pt x="487680" y="497840"/>
                  </a:cubicBezTo>
                  <a:cubicBezTo>
                    <a:pt x="535093" y="494453"/>
                    <a:pt x="583069" y="495712"/>
                    <a:pt x="629920" y="487680"/>
                  </a:cubicBezTo>
                  <a:cubicBezTo>
                    <a:pt x="895923" y="442080"/>
                    <a:pt x="993662" y="366164"/>
                    <a:pt x="1300480" y="304800"/>
                  </a:cubicBezTo>
                  <a:cubicBezTo>
                    <a:pt x="1385147" y="287867"/>
                    <a:pt x="1469040" y="266460"/>
                    <a:pt x="1554480" y="254000"/>
                  </a:cubicBezTo>
                  <a:cubicBezTo>
                    <a:pt x="1631849" y="242717"/>
                    <a:pt x="1710314" y="240978"/>
                    <a:pt x="1788160" y="233680"/>
                  </a:cubicBezTo>
                  <a:cubicBezTo>
                    <a:pt x="1818694" y="230817"/>
                    <a:pt x="1849120" y="226907"/>
                    <a:pt x="1879600" y="223520"/>
                  </a:cubicBezTo>
                  <a:cubicBezTo>
                    <a:pt x="1910080" y="226907"/>
                    <a:pt x="1941619" y="225027"/>
                    <a:pt x="1971040" y="233680"/>
                  </a:cubicBezTo>
                  <a:cubicBezTo>
                    <a:pt x="2063747" y="260947"/>
                    <a:pt x="2054213" y="289402"/>
                    <a:pt x="2133600" y="345440"/>
                  </a:cubicBezTo>
                  <a:cubicBezTo>
                    <a:pt x="2162086" y="365548"/>
                    <a:pt x="2193559" y="381249"/>
                    <a:pt x="2225040" y="396240"/>
                  </a:cubicBezTo>
                  <a:cubicBezTo>
                    <a:pt x="2375216" y="467752"/>
                    <a:pt x="2335732" y="446380"/>
                    <a:pt x="2519680" y="457200"/>
                  </a:cubicBezTo>
                  <a:cubicBezTo>
                    <a:pt x="2989936" y="450284"/>
                    <a:pt x="3429155" y="471131"/>
                    <a:pt x="3891280" y="355600"/>
                  </a:cubicBezTo>
                  <a:cubicBezTo>
                    <a:pt x="4038398" y="318821"/>
                    <a:pt x="4156378" y="180169"/>
                    <a:pt x="4307840" y="172720"/>
                  </a:cubicBezTo>
                  <a:lnTo>
                    <a:pt x="4927600" y="142240"/>
                  </a:lnTo>
                  <a:cubicBezTo>
                    <a:pt x="5073227" y="152400"/>
                    <a:pt x="5225059" y="129451"/>
                    <a:pt x="5364480" y="172720"/>
                  </a:cubicBezTo>
                  <a:cubicBezTo>
                    <a:pt x="5433094" y="194014"/>
                    <a:pt x="5451778" y="294739"/>
                    <a:pt x="5516880" y="325120"/>
                  </a:cubicBezTo>
                  <a:cubicBezTo>
                    <a:pt x="5752368" y="435015"/>
                    <a:pt x="5613374" y="392099"/>
                    <a:pt x="5943600" y="416560"/>
                  </a:cubicBezTo>
                  <a:lnTo>
                    <a:pt x="6563360" y="365760"/>
                  </a:lnTo>
                  <a:cubicBezTo>
                    <a:pt x="6665074" y="356818"/>
                    <a:pt x="6767563" y="352775"/>
                    <a:pt x="6868160" y="335280"/>
                  </a:cubicBezTo>
                  <a:cubicBezTo>
                    <a:pt x="6994388" y="313327"/>
                    <a:pt x="7023722" y="280039"/>
                    <a:pt x="7132320" y="243840"/>
                  </a:cubicBezTo>
                  <a:cubicBezTo>
                    <a:pt x="7260352" y="201163"/>
                    <a:pt x="7387472" y="154652"/>
                    <a:pt x="7518400" y="121920"/>
                  </a:cubicBezTo>
                  <a:cubicBezTo>
                    <a:pt x="7934419" y="17915"/>
                    <a:pt x="7760928" y="55126"/>
                    <a:pt x="8036560" y="0"/>
                  </a:cubicBezTo>
                  <a:cubicBezTo>
                    <a:pt x="8253307" y="16933"/>
                    <a:pt x="8472990" y="11414"/>
                    <a:pt x="8686800" y="50800"/>
                  </a:cubicBezTo>
                  <a:cubicBezTo>
                    <a:pt x="8736759" y="60003"/>
                    <a:pt x="8764963" y="116434"/>
                    <a:pt x="8808720" y="142240"/>
                  </a:cubicBezTo>
                  <a:cubicBezTo>
                    <a:pt x="8897442" y="194563"/>
                    <a:pt x="8982733" y="261075"/>
                    <a:pt x="9083040" y="284480"/>
                  </a:cubicBezTo>
                  <a:cubicBezTo>
                    <a:pt x="9501181" y="382046"/>
                    <a:pt x="9284621" y="340421"/>
                    <a:pt x="9733280" y="406400"/>
                  </a:cubicBezTo>
                  <a:cubicBezTo>
                    <a:pt x="9990459" y="386617"/>
                    <a:pt x="9998594" y="389768"/>
                    <a:pt x="10251440" y="355600"/>
                  </a:cubicBezTo>
                  <a:cubicBezTo>
                    <a:pt x="10399906" y="335537"/>
                    <a:pt x="10788854" y="250278"/>
                    <a:pt x="10820400" y="243840"/>
                  </a:cubicBezTo>
                  <a:cubicBezTo>
                    <a:pt x="10881568" y="231357"/>
                    <a:pt x="10894144" y="231740"/>
                    <a:pt x="10962640" y="203200"/>
                  </a:cubicBezTo>
                  <a:cubicBezTo>
                    <a:pt x="10984612" y="194045"/>
                    <a:pt x="10997413" y="178587"/>
                    <a:pt x="11013440" y="162560"/>
                  </a:cubicBezTo>
                </a:path>
              </a:pathLst>
            </a:custGeom>
            <a:noFill/>
            <a:ln w="5715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a:endParaRPr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29744C22-1514-AA98-2420-A7200F2F8EA5}"/>
                </a:ext>
              </a:extLst>
            </p:cNvPr>
            <p:cNvSpPr/>
            <p:nvPr/>
          </p:nvSpPr>
          <p:spPr>
            <a:xfrm rot="1052950" flipH="1">
              <a:off x="710297" y="1981823"/>
              <a:ext cx="83085" cy="74892"/>
            </a:xfrm>
            <a:prstGeom prst="ellipse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270959BC-2ED7-AC3C-4B6C-8606FA3F49B9}"/>
                </a:ext>
              </a:extLst>
            </p:cNvPr>
            <p:cNvSpPr/>
            <p:nvPr/>
          </p:nvSpPr>
          <p:spPr>
            <a:xfrm rot="1052950" flipH="1">
              <a:off x="1167498" y="1889905"/>
              <a:ext cx="83085" cy="74892"/>
            </a:xfrm>
            <a:prstGeom prst="ellipse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4B5344EF-2CEB-1673-0EF1-799E83E90591}"/>
                </a:ext>
              </a:extLst>
            </p:cNvPr>
            <p:cNvSpPr/>
            <p:nvPr/>
          </p:nvSpPr>
          <p:spPr>
            <a:xfrm rot="1052950" flipH="1">
              <a:off x="2185062" y="1732901"/>
              <a:ext cx="83085" cy="74892"/>
            </a:xfrm>
            <a:prstGeom prst="ellipse">
              <a:avLst/>
            </a:prstGeom>
            <a:solidFill>
              <a:srgbClr val="00B0F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82995E7F-E9D6-0B79-FBD5-869E463104FA}"/>
                </a:ext>
              </a:extLst>
            </p:cNvPr>
            <p:cNvSpPr/>
            <p:nvPr/>
          </p:nvSpPr>
          <p:spPr>
            <a:xfrm rot="1052950" flipH="1">
              <a:off x="1659592" y="1702897"/>
              <a:ext cx="83085" cy="74892"/>
            </a:xfrm>
            <a:prstGeom prst="ellipse">
              <a:avLst/>
            </a:prstGeom>
            <a:solidFill>
              <a:srgbClr val="FFC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A85C0F81-BC92-EDA0-6C83-5F6DF5CA7EB1}"/>
                </a:ext>
              </a:extLst>
            </p:cNvPr>
            <p:cNvSpPr/>
            <p:nvPr/>
          </p:nvSpPr>
          <p:spPr>
            <a:xfrm rot="1052950" flipH="1">
              <a:off x="3272748" y="1829361"/>
              <a:ext cx="83085" cy="74892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B8FF0A47-1E41-6526-CA3B-172AE731632F}"/>
                </a:ext>
              </a:extLst>
            </p:cNvPr>
            <p:cNvSpPr/>
            <p:nvPr/>
          </p:nvSpPr>
          <p:spPr>
            <a:xfrm rot="1052950" flipH="1">
              <a:off x="2541327" y="1732902"/>
              <a:ext cx="83085" cy="74892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88348D9D-3F5E-690F-4657-C0BB9144D8F7}"/>
                </a:ext>
              </a:extLst>
            </p:cNvPr>
            <p:cNvSpPr/>
            <p:nvPr/>
          </p:nvSpPr>
          <p:spPr>
            <a:xfrm rot="1052950" flipH="1">
              <a:off x="2813416" y="1968613"/>
              <a:ext cx="83085" cy="7489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356B790E-8072-50D1-C9CF-665A85D17B30}"/>
                </a:ext>
              </a:extLst>
            </p:cNvPr>
            <p:cNvSpPr/>
            <p:nvPr/>
          </p:nvSpPr>
          <p:spPr>
            <a:xfrm rot="1052950" flipH="1">
              <a:off x="3724769" y="1933593"/>
              <a:ext cx="83085" cy="74892"/>
            </a:xfrm>
            <a:prstGeom prst="ellipse">
              <a:avLst/>
            </a:prstGeom>
            <a:solidFill>
              <a:schemeClr val="accent4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00397658-A196-29AB-F585-29635EB371A0}"/>
                </a:ext>
              </a:extLst>
            </p:cNvPr>
            <p:cNvSpPr/>
            <p:nvPr/>
          </p:nvSpPr>
          <p:spPr>
            <a:xfrm rot="1052950" flipH="1">
              <a:off x="4120191" y="1782626"/>
              <a:ext cx="83085" cy="74892"/>
            </a:xfrm>
            <a:prstGeom prst="ellipse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C713F8BC-2BF6-1F02-C667-F14944895207}"/>
                </a:ext>
              </a:extLst>
            </p:cNvPr>
            <p:cNvSpPr/>
            <p:nvPr/>
          </p:nvSpPr>
          <p:spPr>
            <a:xfrm rot="1052950" flipH="1">
              <a:off x="4565097" y="1692262"/>
              <a:ext cx="83085" cy="74892"/>
            </a:xfrm>
            <a:prstGeom prst="ellipse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14C9175E-E48E-2F65-0D8B-F6FE21224DEC}"/>
                </a:ext>
              </a:extLst>
            </p:cNvPr>
            <p:cNvSpPr/>
            <p:nvPr/>
          </p:nvSpPr>
          <p:spPr>
            <a:xfrm rot="1052950" flipH="1">
              <a:off x="4867769" y="1572912"/>
              <a:ext cx="83085" cy="74892"/>
            </a:xfrm>
            <a:prstGeom prst="ellipse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83D65B9C-6EFD-7F74-9FEC-14712E672E89}"/>
                </a:ext>
              </a:extLst>
            </p:cNvPr>
            <p:cNvSpPr/>
            <p:nvPr/>
          </p:nvSpPr>
          <p:spPr>
            <a:xfrm rot="1052950" flipH="1">
              <a:off x="8315056" y="1382983"/>
              <a:ext cx="83085" cy="74892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DCA43761-C7BC-742F-9197-D185504153D4}"/>
                </a:ext>
              </a:extLst>
            </p:cNvPr>
            <p:cNvSpPr/>
            <p:nvPr/>
          </p:nvSpPr>
          <p:spPr>
            <a:xfrm rot="1052950" flipH="1">
              <a:off x="7974107" y="1587015"/>
              <a:ext cx="83085" cy="7489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2A15026D-95B0-8D6B-8BF4-4CFD6FFA2A59}"/>
                </a:ext>
              </a:extLst>
            </p:cNvPr>
            <p:cNvSpPr/>
            <p:nvPr/>
          </p:nvSpPr>
          <p:spPr>
            <a:xfrm rot="1052950" flipH="1">
              <a:off x="7492920" y="1661183"/>
              <a:ext cx="83085" cy="74892"/>
            </a:xfrm>
            <a:prstGeom prst="ellipse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6C3FB9DC-66F7-A5A5-90A2-F946529BF078}"/>
                </a:ext>
              </a:extLst>
            </p:cNvPr>
            <p:cNvSpPr/>
            <p:nvPr/>
          </p:nvSpPr>
          <p:spPr>
            <a:xfrm rot="1052950" flipH="1">
              <a:off x="7033323" y="1829362"/>
              <a:ext cx="83085" cy="74892"/>
            </a:xfrm>
            <a:prstGeom prst="ellipse">
              <a:avLst/>
            </a:prstGeom>
            <a:solidFill>
              <a:schemeClr val="accent2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1BFD42C2-7C50-7EE5-A24E-5337930FB6B1}"/>
                </a:ext>
              </a:extLst>
            </p:cNvPr>
            <p:cNvSpPr/>
            <p:nvPr/>
          </p:nvSpPr>
          <p:spPr>
            <a:xfrm rot="1052950" flipH="1">
              <a:off x="6441143" y="1839998"/>
              <a:ext cx="83085" cy="74892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0B22A949-7385-04C3-9C12-ABC9239F6FB9}"/>
                </a:ext>
              </a:extLst>
            </p:cNvPr>
            <p:cNvSpPr/>
            <p:nvPr/>
          </p:nvSpPr>
          <p:spPr>
            <a:xfrm rot="1052950" flipH="1">
              <a:off x="5738184" y="1543926"/>
              <a:ext cx="83085" cy="74892"/>
            </a:xfrm>
            <a:prstGeom prst="ellipse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95FC9EFC-285E-0148-F4FF-5EEFEE9913B6}"/>
                </a:ext>
              </a:extLst>
            </p:cNvPr>
            <p:cNvSpPr/>
            <p:nvPr/>
          </p:nvSpPr>
          <p:spPr>
            <a:xfrm rot="1052950" flipH="1">
              <a:off x="5206097" y="1602854"/>
              <a:ext cx="83085" cy="74892"/>
            </a:xfrm>
            <a:prstGeom prst="ellipse">
              <a:avLst/>
            </a:prstGeom>
            <a:solidFill>
              <a:schemeClr val="accent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D8909322-DCCA-E4C3-AD82-D1622A912EBE}"/>
                </a:ext>
              </a:extLst>
            </p:cNvPr>
            <p:cNvSpPr/>
            <p:nvPr/>
          </p:nvSpPr>
          <p:spPr>
            <a:xfrm rot="1052950" flipH="1">
              <a:off x="6015176" y="1813997"/>
              <a:ext cx="83085" cy="74892"/>
            </a:xfrm>
            <a:prstGeom prst="ellipse">
              <a:avLst/>
            </a:prstGeom>
            <a:solidFill>
              <a:schemeClr val="accent4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99F09022-5043-EF16-5E61-84A961DED853}"/>
                </a:ext>
              </a:extLst>
            </p:cNvPr>
            <p:cNvSpPr/>
            <p:nvPr/>
          </p:nvSpPr>
          <p:spPr>
            <a:xfrm rot="1052950" flipH="1">
              <a:off x="9728843" y="1685566"/>
              <a:ext cx="83085" cy="74892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0CE23398-09CE-8786-476E-52163B6CC8B8}"/>
                </a:ext>
              </a:extLst>
            </p:cNvPr>
            <p:cNvSpPr/>
            <p:nvPr/>
          </p:nvSpPr>
          <p:spPr>
            <a:xfrm rot="1052950" flipH="1">
              <a:off x="8639059" y="1512489"/>
              <a:ext cx="83085" cy="74892"/>
            </a:xfrm>
            <a:prstGeom prst="ellipse">
              <a:avLst/>
            </a:prstGeom>
            <a:solidFill>
              <a:srgbClr val="FFFF00"/>
            </a:solidFill>
            <a:ln w="3175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70F24A5C-B00E-C615-6555-CD0FA5D85A0D}"/>
                </a:ext>
              </a:extLst>
            </p:cNvPr>
            <p:cNvSpPr/>
            <p:nvPr/>
          </p:nvSpPr>
          <p:spPr>
            <a:xfrm rot="1052950" flipH="1">
              <a:off x="9369420" y="1713059"/>
              <a:ext cx="83085" cy="74892"/>
            </a:xfrm>
            <a:prstGeom prst="ellipse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335A793D-28D2-F024-90A8-2F961F878EFD}"/>
                </a:ext>
              </a:extLst>
            </p:cNvPr>
            <p:cNvSpPr/>
            <p:nvPr/>
          </p:nvSpPr>
          <p:spPr>
            <a:xfrm rot="1052950" flipH="1">
              <a:off x="9064865" y="1431213"/>
              <a:ext cx="83085" cy="74892"/>
            </a:xfrm>
            <a:prstGeom prst="ellipse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15C00A5F-1E59-386E-64DE-5E5F57DD7A5D}"/>
                </a:ext>
              </a:extLst>
            </p:cNvPr>
            <p:cNvSpPr/>
            <p:nvPr/>
          </p:nvSpPr>
          <p:spPr>
            <a:xfrm rot="1052950" flipH="1">
              <a:off x="11196748" y="1757643"/>
              <a:ext cx="83085" cy="7489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9F3C120E-4E81-DBD4-63C1-13C6718EF96E}"/>
                </a:ext>
              </a:extLst>
            </p:cNvPr>
            <p:cNvSpPr/>
            <p:nvPr/>
          </p:nvSpPr>
          <p:spPr>
            <a:xfrm rot="1052950" flipH="1">
              <a:off x="10127701" y="1839997"/>
              <a:ext cx="83085" cy="74892"/>
            </a:xfrm>
            <a:prstGeom prst="ellipse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7FE2ECF9-5AEB-5C09-C2CB-85C7D6B445AB}"/>
                </a:ext>
              </a:extLst>
            </p:cNvPr>
            <p:cNvSpPr/>
            <p:nvPr/>
          </p:nvSpPr>
          <p:spPr>
            <a:xfrm rot="1052950" flipH="1">
              <a:off x="10618080" y="1740493"/>
              <a:ext cx="83085" cy="74892"/>
            </a:xfrm>
            <a:prstGeom prst="ellipse">
              <a:avLst/>
            </a:prstGeom>
            <a:solidFill>
              <a:schemeClr val="accent2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95152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B7C4B2-CC5B-1A3A-E502-11C0C0726B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917" t="15349" r="23999" b="7907"/>
          <a:stretch>
            <a:fillRect/>
          </a:stretch>
        </p:blipFill>
        <p:spPr>
          <a:xfrm>
            <a:off x="900411" y="278856"/>
            <a:ext cx="8493760" cy="624726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202C9AD-F256-438A-9E79-F96182C0B89F}"/>
              </a:ext>
            </a:extLst>
          </p:cNvPr>
          <p:cNvSpPr/>
          <p:nvPr/>
        </p:nvSpPr>
        <p:spPr>
          <a:xfrm rot="1698623">
            <a:off x="7410667" y="873511"/>
            <a:ext cx="111966" cy="268118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659D97-7FC2-522B-34BC-859CE4B4D08F}"/>
              </a:ext>
            </a:extLst>
          </p:cNvPr>
          <p:cNvSpPr/>
          <p:nvPr/>
        </p:nvSpPr>
        <p:spPr>
          <a:xfrm rot="1698623">
            <a:off x="6404915" y="3895806"/>
            <a:ext cx="111966" cy="268118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CCFA5F-5174-F3DE-8946-90A87F971CD1}"/>
              </a:ext>
            </a:extLst>
          </p:cNvPr>
          <p:cNvSpPr/>
          <p:nvPr/>
        </p:nvSpPr>
        <p:spPr>
          <a:xfrm rot="1698623">
            <a:off x="7085701" y="1472238"/>
            <a:ext cx="111966" cy="268118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AAE723-3838-39F1-E18D-FF50C7D84615}"/>
              </a:ext>
            </a:extLst>
          </p:cNvPr>
          <p:cNvSpPr/>
          <p:nvPr/>
        </p:nvSpPr>
        <p:spPr>
          <a:xfrm rot="1698623">
            <a:off x="6859972" y="1924660"/>
            <a:ext cx="111966" cy="268118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9AAF83-0EA7-67AE-8A57-3A3B369DB488}"/>
              </a:ext>
            </a:extLst>
          </p:cNvPr>
          <p:cNvSpPr/>
          <p:nvPr/>
        </p:nvSpPr>
        <p:spPr>
          <a:xfrm rot="1698623">
            <a:off x="6205672" y="2909710"/>
            <a:ext cx="111966" cy="268118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C1BF7A-09FC-C84C-07BB-F790719691EE}"/>
              </a:ext>
            </a:extLst>
          </p:cNvPr>
          <p:cNvSpPr/>
          <p:nvPr/>
        </p:nvSpPr>
        <p:spPr>
          <a:xfrm rot="1698623">
            <a:off x="5953636" y="3439515"/>
            <a:ext cx="111966" cy="268118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567D91-536B-C11D-8EBD-C2C21DA4D2E5}"/>
              </a:ext>
            </a:extLst>
          </p:cNvPr>
          <p:cNvSpPr/>
          <p:nvPr/>
        </p:nvSpPr>
        <p:spPr>
          <a:xfrm rot="1698623">
            <a:off x="7675931" y="423101"/>
            <a:ext cx="111966" cy="268118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76654E-8F26-75AB-B813-E37D38EF6DE5}"/>
              </a:ext>
            </a:extLst>
          </p:cNvPr>
          <p:cNvSpPr/>
          <p:nvPr/>
        </p:nvSpPr>
        <p:spPr>
          <a:xfrm rot="1698623">
            <a:off x="7479732" y="1928873"/>
            <a:ext cx="111966" cy="268118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8B521F-D35B-C233-5267-C78F4C479136}"/>
              </a:ext>
            </a:extLst>
          </p:cNvPr>
          <p:cNvSpPr/>
          <p:nvPr/>
        </p:nvSpPr>
        <p:spPr>
          <a:xfrm rot="1698623">
            <a:off x="6972835" y="2917743"/>
            <a:ext cx="111966" cy="268118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E7B14E-E987-133C-D688-16B647D5A52A}"/>
              </a:ext>
            </a:extLst>
          </p:cNvPr>
          <p:cNvSpPr/>
          <p:nvPr/>
        </p:nvSpPr>
        <p:spPr>
          <a:xfrm rot="1698623">
            <a:off x="6694251" y="3314960"/>
            <a:ext cx="111966" cy="268118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F107D5-4AA4-D883-28DF-B17E0B2382BF}"/>
              </a:ext>
            </a:extLst>
          </p:cNvPr>
          <p:cNvSpPr/>
          <p:nvPr/>
        </p:nvSpPr>
        <p:spPr>
          <a:xfrm rot="1698623">
            <a:off x="5714677" y="3942846"/>
            <a:ext cx="111966" cy="268118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742D5-F20B-76E9-2A5C-B515F0E4B419}"/>
              </a:ext>
            </a:extLst>
          </p:cNvPr>
          <p:cNvSpPr/>
          <p:nvPr/>
        </p:nvSpPr>
        <p:spPr>
          <a:xfrm rot="1698623">
            <a:off x="7796990" y="1397766"/>
            <a:ext cx="111966" cy="268118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963D8A-E06A-3372-47B0-C39AAC5C2140}"/>
              </a:ext>
            </a:extLst>
          </p:cNvPr>
          <p:cNvSpPr/>
          <p:nvPr/>
        </p:nvSpPr>
        <p:spPr>
          <a:xfrm rot="1698623">
            <a:off x="4850171" y="5500376"/>
            <a:ext cx="111966" cy="268118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73E050-B3E1-E364-5BC0-DD5737B40E17}"/>
              </a:ext>
            </a:extLst>
          </p:cNvPr>
          <p:cNvSpPr/>
          <p:nvPr/>
        </p:nvSpPr>
        <p:spPr>
          <a:xfrm rot="1698623">
            <a:off x="5125617" y="4966974"/>
            <a:ext cx="111966" cy="268118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A8CDE7-7AB4-7437-5AE3-FF9CBB38849C}"/>
              </a:ext>
            </a:extLst>
          </p:cNvPr>
          <p:cNvSpPr/>
          <p:nvPr/>
        </p:nvSpPr>
        <p:spPr>
          <a:xfrm rot="1698623">
            <a:off x="5442278" y="4461006"/>
            <a:ext cx="111966" cy="268118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33E515F-44B7-B0F2-18E1-048366D5E436}"/>
              </a:ext>
            </a:extLst>
          </p:cNvPr>
          <p:cNvSpPr/>
          <p:nvPr/>
        </p:nvSpPr>
        <p:spPr>
          <a:xfrm rot="1698623">
            <a:off x="6152881" y="4387779"/>
            <a:ext cx="111966" cy="268118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803AD15-8440-B602-25D0-B6A40241F4FA}"/>
              </a:ext>
            </a:extLst>
          </p:cNvPr>
          <p:cNvSpPr/>
          <p:nvPr/>
        </p:nvSpPr>
        <p:spPr>
          <a:xfrm rot="1698623">
            <a:off x="5940406" y="2965383"/>
            <a:ext cx="111966" cy="268118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F29F550-E28D-FEAE-AE9B-4F9A48611A33}"/>
              </a:ext>
            </a:extLst>
          </p:cNvPr>
          <p:cNvSpPr/>
          <p:nvPr/>
        </p:nvSpPr>
        <p:spPr>
          <a:xfrm rot="1698623">
            <a:off x="6292051" y="2261916"/>
            <a:ext cx="111966" cy="268118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lowchart: Punched Tape 23">
            <a:extLst>
              <a:ext uri="{FF2B5EF4-FFF2-40B4-BE49-F238E27FC236}">
                <a16:creationId xmlns:a16="http://schemas.microsoft.com/office/drawing/2014/main" id="{B82E1129-9E76-5711-739E-B3999DB3F6F7}"/>
              </a:ext>
            </a:extLst>
          </p:cNvPr>
          <p:cNvSpPr/>
          <p:nvPr/>
        </p:nvSpPr>
        <p:spPr>
          <a:xfrm>
            <a:off x="4012552" y="3244017"/>
            <a:ext cx="59436" cy="184982"/>
          </a:xfrm>
          <a:prstGeom prst="flowChartPunchedTap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lowchart: Punched Tape 25">
            <a:extLst>
              <a:ext uri="{FF2B5EF4-FFF2-40B4-BE49-F238E27FC236}">
                <a16:creationId xmlns:a16="http://schemas.microsoft.com/office/drawing/2014/main" id="{547CF563-68A8-0241-4443-13DB9922EA61}"/>
              </a:ext>
            </a:extLst>
          </p:cNvPr>
          <p:cNvSpPr/>
          <p:nvPr/>
        </p:nvSpPr>
        <p:spPr>
          <a:xfrm>
            <a:off x="4906154" y="3792799"/>
            <a:ext cx="59436" cy="184982"/>
          </a:xfrm>
          <a:prstGeom prst="flowChartPunchedTap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lowchart: Punched Tape 27">
            <a:extLst>
              <a:ext uri="{FF2B5EF4-FFF2-40B4-BE49-F238E27FC236}">
                <a16:creationId xmlns:a16="http://schemas.microsoft.com/office/drawing/2014/main" id="{304FDD16-254D-C2B4-A71A-903422D29BD1}"/>
              </a:ext>
            </a:extLst>
          </p:cNvPr>
          <p:cNvSpPr/>
          <p:nvPr/>
        </p:nvSpPr>
        <p:spPr>
          <a:xfrm>
            <a:off x="4334116" y="2722245"/>
            <a:ext cx="59436" cy="184982"/>
          </a:xfrm>
          <a:prstGeom prst="flowChartPunchedTap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lowchart: Punched Tape 28">
            <a:extLst>
              <a:ext uri="{FF2B5EF4-FFF2-40B4-BE49-F238E27FC236}">
                <a16:creationId xmlns:a16="http://schemas.microsoft.com/office/drawing/2014/main" id="{688F1813-FB5F-F996-6EF8-EB3D286F9261}"/>
              </a:ext>
            </a:extLst>
          </p:cNvPr>
          <p:cNvSpPr/>
          <p:nvPr/>
        </p:nvSpPr>
        <p:spPr>
          <a:xfrm>
            <a:off x="5147291" y="3196923"/>
            <a:ext cx="59436" cy="184982"/>
          </a:xfrm>
          <a:prstGeom prst="flowChartPunchedTap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lowchart: Punched Tape 29">
            <a:extLst>
              <a:ext uri="{FF2B5EF4-FFF2-40B4-BE49-F238E27FC236}">
                <a16:creationId xmlns:a16="http://schemas.microsoft.com/office/drawing/2014/main" id="{059560F0-AF94-5C4B-F25D-03111B19B8C7}"/>
              </a:ext>
            </a:extLst>
          </p:cNvPr>
          <p:cNvSpPr/>
          <p:nvPr/>
        </p:nvSpPr>
        <p:spPr>
          <a:xfrm>
            <a:off x="4622409" y="2210993"/>
            <a:ext cx="59436" cy="184982"/>
          </a:xfrm>
          <a:prstGeom prst="flowChartPunchedTap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lowchart: Punched Tape 30">
            <a:extLst>
              <a:ext uri="{FF2B5EF4-FFF2-40B4-BE49-F238E27FC236}">
                <a16:creationId xmlns:a16="http://schemas.microsoft.com/office/drawing/2014/main" id="{6273982A-4C8B-05FD-63B0-DF906FF74697}"/>
              </a:ext>
            </a:extLst>
          </p:cNvPr>
          <p:cNvSpPr/>
          <p:nvPr/>
        </p:nvSpPr>
        <p:spPr>
          <a:xfrm>
            <a:off x="5438825" y="2643163"/>
            <a:ext cx="59436" cy="184982"/>
          </a:xfrm>
          <a:prstGeom prst="flowChartPunchedTap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Punched Tape 31">
            <a:extLst>
              <a:ext uri="{FF2B5EF4-FFF2-40B4-BE49-F238E27FC236}">
                <a16:creationId xmlns:a16="http://schemas.microsoft.com/office/drawing/2014/main" id="{6D09BA11-CDC3-6800-B9EB-AFB009389922}"/>
              </a:ext>
            </a:extLst>
          </p:cNvPr>
          <p:cNvSpPr/>
          <p:nvPr/>
        </p:nvSpPr>
        <p:spPr>
          <a:xfrm>
            <a:off x="4876436" y="1751706"/>
            <a:ext cx="59436" cy="184982"/>
          </a:xfrm>
          <a:prstGeom prst="flowChartPunchedTap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lowchart: Punched Tape 32">
            <a:extLst>
              <a:ext uri="{FF2B5EF4-FFF2-40B4-BE49-F238E27FC236}">
                <a16:creationId xmlns:a16="http://schemas.microsoft.com/office/drawing/2014/main" id="{4A66DEB6-0BF9-9F79-900B-67FF37928F29}"/>
              </a:ext>
            </a:extLst>
          </p:cNvPr>
          <p:cNvSpPr/>
          <p:nvPr/>
        </p:nvSpPr>
        <p:spPr>
          <a:xfrm>
            <a:off x="5679059" y="2251400"/>
            <a:ext cx="59436" cy="184982"/>
          </a:xfrm>
          <a:prstGeom prst="flowChartPunchedTap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lowchart: Punched Tape 33">
            <a:extLst>
              <a:ext uri="{FF2B5EF4-FFF2-40B4-BE49-F238E27FC236}">
                <a16:creationId xmlns:a16="http://schemas.microsoft.com/office/drawing/2014/main" id="{94A2E8D5-810D-5B76-5557-9A8AE55BE70F}"/>
              </a:ext>
            </a:extLst>
          </p:cNvPr>
          <p:cNvSpPr/>
          <p:nvPr/>
        </p:nvSpPr>
        <p:spPr>
          <a:xfrm>
            <a:off x="5376789" y="1059654"/>
            <a:ext cx="59436" cy="184982"/>
          </a:xfrm>
          <a:prstGeom prst="flowChartPunchedTap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lowchart: Punched Tape 34">
            <a:extLst>
              <a:ext uri="{FF2B5EF4-FFF2-40B4-BE49-F238E27FC236}">
                <a16:creationId xmlns:a16="http://schemas.microsoft.com/office/drawing/2014/main" id="{CF3DAD7B-475B-3F26-A93B-36BD19FF43C1}"/>
              </a:ext>
            </a:extLst>
          </p:cNvPr>
          <p:cNvSpPr/>
          <p:nvPr/>
        </p:nvSpPr>
        <p:spPr>
          <a:xfrm>
            <a:off x="6041866" y="1439334"/>
            <a:ext cx="59436" cy="184982"/>
          </a:xfrm>
          <a:prstGeom prst="flowChartPunchedTap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lowchart: Punched Tape 35">
            <a:extLst>
              <a:ext uri="{FF2B5EF4-FFF2-40B4-BE49-F238E27FC236}">
                <a16:creationId xmlns:a16="http://schemas.microsoft.com/office/drawing/2014/main" id="{7C2FE365-1741-FF2D-F8C9-73435885CCA4}"/>
              </a:ext>
            </a:extLst>
          </p:cNvPr>
          <p:cNvSpPr/>
          <p:nvPr/>
        </p:nvSpPr>
        <p:spPr>
          <a:xfrm>
            <a:off x="5631675" y="609244"/>
            <a:ext cx="59436" cy="184982"/>
          </a:xfrm>
          <a:prstGeom prst="flowChartPunchedTap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lowchart: Punched Tape 36">
            <a:extLst>
              <a:ext uri="{FF2B5EF4-FFF2-40B4-BE49-F238E27FC236}">
                <a16:creationId xmlns:a16="http://schemas.microsoft.com/office/drawing/2014/main" id="{DB29DBD1-BB15-13B7-2ED6-951A7D79D98B}"/>
              </a:ext>
            </a:extLst>
          </p:cNvPr>
          <p:cNvSpPr/>
          <p:nvPr/>
        </p:nvSpPr>
        <p:spPr>
          <a:xfrm>
            <a:off x="6262293" y="1030817"/>
            <a:ext cx="59436" cy="184982"/>
          </a:xfrm>
          <a:prstGeom prst="flowChartPunchedTap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lowchart: Punched Tape 37">
            <a:extLst>
              <a:ext uri="{FF2B5EF4-FFF2-40B4-BE49-F238E27FC236}">
                <a16:creationId xmlns:a16="http://schemas.microsoft.com/office/drawing/2014/main" id="{6442A968-BE55-3CCD-EA08-4AB3C2BF78B8}"/>
              </a:ext>
            </a:extLst>
          </p:cNvPr>
          <p:cNvSpPr/>
          <p:nvPr/>
        </p:nvSpPr>
        <p:spPr>
          <a:xfrm>
            <a:off x="5770212" y="320094"/>
            <a:ext cx="59436" cy="184982"/>
          </a:xfrm>
          <a:prstGeom prst="flowChartPunchedTap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lowchart: Punched Tape 38">
            <a:extLst>
              <a:ext uri="{FF2B5EF4-FFF2-40B4-BE49-F238E27FC236}">
                <a16:creationId xmlns:a16="http://schemas.microsoft.com/office/drawing/2014/main" id="{B16D5144-4C9E-3B24-EABB-C000A5551E06}"/>
              </a:ext>
            </a:extLst>
          </p:cNvPr>
          <p:cNvSpPr/>
          <p:nvPr/>
        </p:nvSpPr>
        <p:spPr>
          <a:xfrm>
            <a:off x="6514327" y="723790"/>
            <a:ext cx="59436" cy="184982"/>
          </a:xfrm>
          <a:prstGeom prst="flowChartPunchedTap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Punched Tape 39">
            <a:extLst>
              <a:ext uri="{FF2B5EF4-FFF2-40B4-BE49-F238E27FC236}">
                <a16:creationId xmlns:a16="http://schemas.microsoft.com/office/drawing/2014/main" id="{F9D4E5AA-2701-58BA-3C4E-2057FE29770F}"/>
              </a:ext>
            </a:extLst>
          </p:cNvPr>
          <p:cNvSpPr/>
          <p:nvPr/>
        </p:nvSpPr>
        <p:spPr>
          <a:xfrm>
            <a:off x="3809290" y="3964538"/>
            <a:ext cx="59436" cy="184982"/>
          </a:xfrm>
          <a:prstGeom prst="flowChartPunchedTap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lowchart: Punched Tape 40">
            <a:extLst>
              <a:ext uri="{FF2B5EF4-FFF2-40B4-BE49-F238E27FC236}">
                <a16:creationId xmlns:a16="http://schemas.microsoft.com/office/drawing/2014/main" id="{25CD5126-8A96-11BB-26C8-8F6B718906D0}"/>
              </a:ext>
            </a:extLst>
          </p:cNvPr>
          <p:cNvSpPr/>
          <p:nvPr/>
        </p:nvSpPr>
        <p:spPr>
          <a:xfrm>
            <a:off x="4592691" y="4336856"/>
            <a:ext cx="59436" cy="184982"/>
          </a:xfrm>
          <a:prstGeom prst="flowChartPunchedTap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lowchart: Punched Tape 41">
            <a:extLst>
              <a:ext uri="{FF2B5EF4-FFF2-40B4-BE49-F238E27FC236}">
                <a16:creationId xmlns:a16="http://schemas.microsoft.com/office/drawing/2014/main" id="{39EC0749-956D-8ECF-EBDF-5EE2F560AAFE}"/>
              </a:ext>
            </a:extLst>
          </p:cNvPr>
          <p:cNvSpPr/>
          <p:nvPr/>
        </p:nvSpPr>
        <p:spPr>
          <a:xfrm>
            <a:off x="4363834" y="4739640"/>
            <a:ext cx="59436" cy="184982"/>
          </a:xfrm>
          <a:prstGeom prst="flowChartPunchedTap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lowchart: Punched Tape 42">
            <a:extLst>
              <a:ext uri="{FF2B5EF4-FFF2-40B4-BE49-F238E27FC236}">
                <a16:creationId xmlns:a16="http://schemas.microsoft.com/office/drawing/2014/main" id="{0AD30082-010C-907A-22D0-F5F3911F9781}"/>
              </a:ext>
            </a:extLst>
          </p:cNvPr>
          <p:cNvSpPr/>
          <p:nvPr/>
        </p:nvSpPr>
        <p:spPr>
          <a:xfrm>
            <a:off x="3585640" y="4357999"/>
            <a:ext cx="59436" cy="184982"/>
          </a:xfrm>
          <a:prstGeom prst="flowChartPunchedTap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lowchart: Punched Tape 43">
            <a:extLst>
              <a:ext uri="{FF2B5EF4-FFF2-40B4-BE49-F238E27FC236}">
                <a16:creationId xmlns:a16="http://schemas.microsoft.com/office/drawing/2014/main" id="{852910E1-A4F8-C5C2-5A5F-0E9610D7A55F}"/>
              </a:ext>
            </a:extLst>
          </p:cNvPr>
          <p:cNvSpPr/>
          <p:nvPr/>
        </p:nvSpPr>
        <p:spPr>
          <a:xfrm>
            <a:off x="3342272" y="4739640"/>
            <a:ext cx="59436" cy="184982"/>
          </a:xfrm>
          <a:prstGeom prst="flowChartPunchedTap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lowchart: Punched Tape 44">
            <a:extLst>
              <a:ext uri="{FF2B5EF4-FFF2-40B4-BE49-F238E27FC236}">
                <a16:creationId xmlns:a16="http://schemas.microsoft.com/office/drawing/2014/main" id="{9D87C271-7924-E55B-A799-65B56BE32BB5}"/>
              </a:ext>
            </a:extLst>
          </p:cNvPr>
          <p:cNvSpPr/>
          <p:nvPr/>
        </p:nvSpPr>
        <p:spPr>
          <a:xfrm>
            <a:off x="4170856" y="5153117"/>
            <a:ext cx="59436" cy="184982"/>
          </a:xfrm>
          <a:prstGeom prst="flowChartPunchedTap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lowchart: Punched Tape 45">
            <a:extLst>
              <a:ext uri="{FF2B5EF4-FFF2-40B4-BE49-F238E27FC236}">
                <a16:creationId xmlns:a16="http://schemas.microsoft.com/office/drawing/2014/main" id="{7690452E-4CF7-25A2-0944-008F42104545}"/>
              </a:ext>
            </a:extLst>
          </p:cNvPr>
          <p:cNvSpPr/>
          <p:nvPr/>
        </p:nvSpPr>
        <p:spPr>
          <a:xfrm>
            <a:off x="3009760" y="5338099"/>
            <a:ext cx="59436" cy="184982"/>
          </a:xfrm>
          <a:prstGeom prst="flowChartPunchedTap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lowchart: Punched Tape 46">
            <a:extLst>
              <a:ext uri="{FF2B5EF4-FFF2-40B4-BE49-F238E27FC236}">
                <a16:creationId xmlns:a16="http://schemas.microsoft.com/office/drawing/2014/main" id="{C7AEBBA4-64D7-A0F9-5B1D-F09F09805F6E}"/>
              </a:ext>
            </a:extLst>
          </p:cNvPr>
          <p:cNvSpPr/>
          <p:nvPr/>
        </p:nvSpPr>
        <p:spPr>
          <a:xfrm>
            <a:off x="3809290" y="5769437"/>
            <a:ext cx="59436" cy="184982"/>
          </a:xfrm>
          <a:prstGeom prst="flowChartPunchedTap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lowchart: Punched Tape 47">
            <a:extLst>
              <a:ext uri="{FF2B5EF4-FFF2-40B4-BE49-F238E27FC236}">
                <a16:creationId xmlns:a16="http://schemas.microsoft.com/office/drawing/2014/main" id="{4063D150-7151-FE44-07EC-5A4A5D0F8460}"/>
              </a:ext>
            </a:extLst>
          </p:cNvPr>
          <p:cNvSpPr/>
          <p:nvPr/>
        </p:nvSpPr>
        <p:spPr>
          <a:xfrm>
            <a:off x="4989301" y="4128989"/>
            <a:ext cx="59436" cy="184982"/>
          </a:xfrm>
          <a:prstGeom prst="flowChartPunchedTap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lowchart: Punched Tape 48">
            <a:extLst>
              <a:ext uri="{FF2B5EF4-FFF2-40B4-BE49-F238E27FC236}">
                <a16:creationId xmlns:a16="http://schemas.microsoft.com/office/drawing/2014/main" id="{F6E60D57-14CD-251C-B304-8AB041A22DCE}"/>
              </a:ext>
            </a:extLst>
          </p:cNvPr>
          <p:cNvSpPr/>
          <p:nvPr/>
        </p:nvSpPr>
        <p:spPr>
          <a:xfrm>
            <a:off x="5342151" y="3900638"/>
            <a:ext cx="59436" cy="184982"/>
          </a:xfrm>
          <a:prstGeom prst="flowChartPunchedTap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lowchart: Punched Tape 49">
            <a:extLst>
              <a:ext uri="{FF2B5EF4-FFF2-40B4-BE49-F238E27FC236}">
                <a16:creationId xmlns:a16="http://schemas.microsoft.com/office/drawing/2014/main" id="{91E05409-3252-C295-8450-08C4E1295DCF}"/>
              </a:ext>
            </a:extLst>
          </p:cNvPr>
          <p:cNvSpPr/>
          <p:nvPr/>
        </p:nvSpPr>
        <p:spPr>
          <a:xfrm>
            <a:off x="9965836" y="1728732"/>
            <a:ext cx="248012" cy="328667"/>
          </a:xfrm>
          <a:prstGeom prst="flowChartPunchedTape">
            <a:avLst/>
          </a:prstGeom>
          <a:solidFill>
            <a:srgbClr val="FF000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11AD4F9-4A04-BAFE-A406-3F9F5D6DF5FB}"/>
              </a:ext>
            </a:extLst>
          </p:cNvPr>
          <p:cNvSpPr/>
          <p:nvPr/>
        </p:nvSpPr>
        <p:spPr>
          <a:xfrm rot="1698623">
            <a:off x="10022717" y="2556186"/>
            <a:ext cx="111966" cy="268118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068A553-2910-C971-292B-534C7F2DA214}"/>
              </a:ext>
            </a:extLst>
          </p:cNvPr>
          <p:cNvSpPr txBox="1"/>
          <p:nvPr/>
        </p:nvSpPr>
        <p:spPr>
          <a:xfrm>
            <a:off x="9659196" y="2107105"/>
            <a:ext cx="24032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Festive castle banners for light poles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CFADF10-CBBB-30CF-37BF-91C87B28D6F3}"/>
              </a:ext>
            </a:extLst>
          </p:cNvPr>
          <p:cNvSpPr txBox="1"/>
          <p:nvPr/>
        </p:nvSpPr>
        <p:spPr>
          <a:xfrm>
            <a:off x="9756742" y="2837832"/>
            <a:ext cx="20313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Canopy string lighting on roofs</a:t>
            </a:r>
          </a:p>
        </p:txBody>
      </p:sp>
    </p:spTree>
    <p:extLst>
      <p:ext uri="{BB962C8B-B14F-4D97-AF65-F5344CB8AC3E}">
        <p14:creationId xmlns:p14="http://schemas.microsoft.com/office/powerpoint/2010/main" val="533304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11</Words>
  <Application>Microsoft Office PowerPoint</Application>
  <PresentationFormat>Widescreen</PresentationFormat>
  <Paragraphs>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Riverside County Transportation Commission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Ernesto Salinas</dc:creator>
  <cp:lastModifiedBy>Ernesto Salinas</cp:lastModifiedBy>
  <cp:revision>2</cp:revision>
  <dcterms:created xsi:type="dcterms:W3CDTF">2026-03-16T14:40:55Z</dcterms:created>
  <dcterms:modified xsi:type="dcterms:W3CDTF">2026-03-16T21:26:50Z</dcterms:modified>
</cp:coreProperties>
</file>